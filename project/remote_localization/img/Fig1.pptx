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980" r:id="rId1"/>
  </p:sldMasterIdLst>
  <p:notesMasterIdLst>
    <p:notesMasterId r:id="rId3"/>
  </p:notesMasterIdLst>
  <p:handoutMasterIdLst>
    <p:handoutMasterId r:id="rId4"/>
  </p:handoutMasterIdLst>
  <p:sldIdLst>
    <p:sldId id="682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2" orient="horz" pos="1163" userDrawn="1">
          <p15:clr>
            <a:srgbClr val="A4A3A4"/>
          </p15:clr>
        </p15:guide>
        <p15:guide id="13" orient="horz" pos="3521" userDrawn="1">
          <p15:clr>
            <a:srgbClr val="A4A3A4"/>
          </p15:clr>
        </p15:guide>
        <p15:guide id="14" pos="249" userDrawn="1">
          <p15:clr>
            <a:srgbClr val="A4A3A4"/>
          </p15:clr>
        </p15:guide>
        <p15:guide id="15" orient="horz" pos="230" userDrawn="1">
          <p15:clr>
            <a:srgbClr val="A4A3A4"/>
          </p15:clr>
        </p15:guide>
        <p15:guide id="16" orient="horz" pos="1495" userDrawn="1">
          <p15:clr>
            <a:srgbClr val="A4A3A4"/>
          </p15:clr>
        </p15:guide>
        <p15:guide id="17" orient="horz" pos="1933" userDrawn="1">
          <p15:clr>
            <a:srgbClr val="A4A3A4"/>
          </p15:clr>
        </p15:guide>
        <p15:guide id="18" orient="horz" pos="2160" userDrawn="1">
          <p15:clr>
            <a:srgbClr val="A4A3A4"/>
          </p15:clr>
        </p15:guide>
        <p15:guide id="19" orient="horz" pos="2523" userDrawn="1">
          <p15:clr>
            <a:srgbClr val="A4A3A4"/>
          </p15:clr>
        </p15:guide>
        <p15:guide id="20" orient="horz" pos="2825" userDrawn="1">
          <p15:clr>
            <a:srgbClr val="A4A3A4"/>
          </p15:clr>
        </p15:guide>
        <p15:guide id="21" orient="horz" pos="3219" userDrawn="1">
          <p15:clr>
            <a:srgbClr val="A4A3A4"/>
          </p15:clr>
        </p15:guide>
        <p15:guide id="22" orient="horz" pos="3913" userDrawn="1">
          <p15:clr>
            <a:srgbClr val="A4A3A4"/>
          </p15:clr>
        </p15:guide>
        <p15:guide id="23" pos="521" userDrawn="1">
          <p15:clr>
            <a:srgbClr val="A4A3A4"/>
          </p15:clr>
        </p15:guide>
        <p15:guide id="24" pos="748" userDrawn="1">
          <p15:clr>
            <a:srgbClr val="A4A3A4"/>
          </p15:clr>
        </p15:guide>
        <p15:guide id="25" pos="1043" userDrawn="1">
          <p15:clr>
            <a:srgbClr val="A4A3A4"/>
          </p15:clr>
        </p15:guide>
        <p15:guide id="26" pos="1270" userDrawn="1">
          <p15:clr>
            <a:srgbClr val="A4A3A4"/>
          </p15:clr>
        </p15:guide>
        <p15:guide id="27" pos="1542" userDrawn="1">
          <p15:clr>
            <a:srgbClr val="A4A3A4"/>
          </p15:clr>
        </p15:guide>
        <p15:guide id="28" pos="1791" userDrawn="1">
          <p15:clr>
            <a:srgbClr val="A4A3A4"/>
          </p15:clr>
        </p15:guide>
        <p15:guide id="29" pos="2064" userDrawn="1">
          <p15:clr>
            <a:srgbClr val="A4A3A4"/>
          </p15:clr>
        </p15:guide>
        <p15:guide id="30" pos="2313" userDrawn="1">
          <p15:clr>
            <a:srgbClr val="A4A3A4"/>
          </p15:clr>
        </p15:guide>
        <p15:guide id="31" pos="2608" userDrawn="1">
          <p15:clr>
            <a:srgbClr val="A4A3A4"/>
          </p15:clr>
        </p15:guide>
        <p15:guide id="33" pos="3039" userDrawn="1">
          <p15:clr>
            <a:srgbClr val="A4A3A4"/>
          </p15:clr>
        </p15:guide>
        <p15:guide id="34" pos="3243" userDrawn="1">
          <p15:clr>
            <a:srgbClr val="A4A3A4"/>
          </p15:clr>
        </p15:guide>
        <p15:guide id="35" pos="3515" userDrawn="1">
          <p15:clr>
            <a:srgbClr val="A4A3A4"/>
          </p15:clr>
        </p15:guide>
        <p15:guide id="36" pos="3719" userDrawn="1">
          <p15:clr>
            <a:srgbClr val="A4A3A4"/>
          </p15:clr>
        </p15:guide>
        <p15:guide id="37" pos="3991" userDrawn="1">
          <p15:clr>
            <a:srgbClr val="A4A3A4"/>
          </p15:clr>
        </p15:guide>
        <p15:guide id="38" pos="4218" userDrawn="1">
          <p15:clr>
            <a:srgbClr val="A4A3A4"/>
          </p15:clr>
        </p15:guide>
        <p15:guide id="39" pos="4490" userDrawn="1">
          <p15:clr>
            <a:srgbClr val="A4A3A4"/>
          </p15:clr>
        </p15:guide>
        <p15:guide id="40" pos="4717" userDrawn="1">
          <p15:clr>
            <a:srgbClr val="A4A3A4"/>
          </p15:clr>
        </p15:guide>
        <p15:guide id="41" pos="4989" userDrawn="1">
          <p15:clr>
            <a:srgbClr val="A4A3A4"/>
          </p15:clr>
        </p15:guide>
        <p15:guide id="42" pos="5216" userDrawn="1">
          <p15:clr>
            <a:srgbClr val="A4A3A4"/>
          </p15:clr>
        </p15:guide>
        <p15:guide id="43" pos="5488" userDrawn="1">
          <p15:clr>
            <a:srgbClr val="A4A3A4"/>
          </p15:clr>
        </p15:guide>
        <p15:guide id="44" pos="2767" userDrawn="1">
          <p15:clr>
            <a:srgbClr val="A4A3A4"/>
          </p15:clr>
        </p15:guide>
        <p15:guide id="45" pos="34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rusha Sunker (Group)" initials="TS(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2BC"/>
    <a:srgbClr val="1246FF"/>
    <a:srgbClr val="01214F"/>
    <a:srgbClr val="F8D8D3"/>
    <a:srgbClr val="FBE5D6"/>
    <a:srgbClr val="C8C8C8"/>
    <a:srgbClr val="FFC000"/>
    <a:srgbClr val="99CBD5"/>
    <a:srgbClr val="FFFFFF"/>
    <a:srgbClr val="9CD0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50" autoAdjust="0"/>
    <p:restoredTop sz="96190" autoAdjust="0"/>
  </p:normalViewPr>
  <p:slideViewPr>
    <p:cSldViewPr snapToGrid="0" snapToObjects="1" showGuides="1">
      <p:cViewPr>
        <p:scale>
          <a:sx n="75" d="100"/>
          <a:sy n="75" d="100"/>
        </p:scale>
        <p:origin x="720" y="1436"/>
      </p:cViewPr>
      <p:guideLst>
        <p:guide orient="horz" pos="1163"/>
        <p:guide orient="horz" pos="3521"/>
        <p:guide pos="249"/>
        <p:guide orient="horz" pos="230"/>
        <p:guide orient="horz" pos="1495"/>
        <p:guide orient="horz" pos="1933"/>
        <p:guide orient="horz" pos="2160"/>
        <p:guide orient="horz" pos="2523"/>
        <p:guide orient="horz" pos="2825"/>
        <p:guide orient="horz" pos="3219"/>
        <p:guide orient="horz" pos="3913"/>
        <p:guide pos="521"/>
        <p:guide pos="748"/>
        <p:guide pos="1043"/>
        <p:guide pos="1270"/>
        <p:guide pos="1542"/>
        <p:guide pos="1791"/>
        <p:guide pos="2064"/>
        <p:guide pos="2313"/>
        <p:guide pos="2608"/>
        <p:guide pos="3039"/>
        <p:guide pos="3243"/>
        <p:guide pos="3515"/>
        <p:guide pos="3719"/>
        <p:guide pos="3991"/>
        <p:guide pos="4218"/>
        <p:guide pos="4490"/>
        <p:guide pos="4717"/>
        <p:guide pos="4989"/>
        <p:guide pos="5216"/>
        <p:guide pos="5488"/>
        <p:guide pos="2767"/>
        <p:guide pos="349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2" d="100"/>
          <a:sy n="92" d="100"/>
        </p:scale>
        <p:origin x="-378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82E370-7CC8-4597-8DFF-95DCE69676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058176-68A8-4411-89C2-EA13050B1C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87A3A-3A46-423A-B615-D8CD489B6BAB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4B0D4-4015-4276-8DB7-52A6E7E35B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33085-9199-49B6-801F-429C1CAB5F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EBAE09-34E9-4392-B6D6-59063056993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693238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F0EC178B-6532-D741-BB1D-C6F2E2FEBF52}" type="datetimeFigureOut">
              <a:rPr lang="en-US" smtClean="0"/>
              <a:pPr/>
              <a:t>2/13/2026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AA759650-762C-9343-8990-0901C80FC7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3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59650-762C-9343-8990-0901C80FC791}" type="slidenum">
              <a:rPr lang="en-US" smtClean="0"/>
              <a:pPr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840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タイトルスライド（白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7">
            <a:extLst>
              <a:ext uri="{FF2B5EF4-FFF2-40B4-BE49-F238E27FC236}">
                <a16:creationId xmlns:a16="http://schemas.microsoft.com/office/drawing/2014/main" id="{06615B56-8EB6-D241-9E0A-A4831ECD5A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983" y="2779534"/>
            <a:ext cx="7886699" cy="233319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48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/>
              <a:t>表紙タイトルを入力</a:t>
            </a:r>
            <a:endParaRPr lang="en-GB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D3DBF62-11E1-FF4C-8D73-C5A6591ED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3982" y="5207208"/>
            <a:ext cx="7886700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 err="1"/>
              <a:t>サブタイトル</a:t>
            </a:r>
            <a:r>
              <a:rPr lang="en-US" dirty="0"/>
              <a:t> / </a:t>
            </a:r>
            <a:r>
              <a:rPr lang="en-US" dirty="0" err="1"/>
              <a:t>プレゼンター名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588678-26AD-9943-A21B-4CF3DBD8A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982" y="614600"/>
            <a:ext cx="1842107" cy="68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43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5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タイトルスライド（青）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505731A-65DA-A74C-B37E-86B59658CB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3983" y="2779534"/>
            <a:ext cx="7886699" cy="2333198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48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/>
              <a:t>表紙タイトルを入力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7BA40D-4A41-3E47-8798-80A7175546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3982" y="5207208"/>
            <a:ext cx="7886700" cy="54773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 err="1"/>
              <a:t>サブタイトル</a:t>
            </a:r>
            <a:r>
              <a:rPr lang="en-US" dirty="0"/>
              <a:t> / </a:t>
            </a:r>
            <a:r>
              <a:rPr lang="en-US" dirty="0" err="1"/>
              <a:t>プレゼンター名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307546-7CBF-0941-BE3B-5F376B72DD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983" y="636560"/>
            <a:ext cx="1842108" cy="66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23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9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目次（白）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07976" y="161003"/>
            <a:ext cx="7226378" cy="83378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0038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 err="1"/>
              <a:t>クリックしてテキストを入力</a:t>
            </a:r>
            <a:endParaRPr lang="en-US" dirty="0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910907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39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910907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518250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3518250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5116767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116767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711757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6711757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6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00038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66" name="Text Placehold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300038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6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910907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07</a:t>
            </a:r>
          </a:p>
        </p:txBody>
      </p:sp>
      <p:sp>
        <p:nvSpPr>
          <p:cNvPr id="6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1910907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3518250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08</a:t>
            </a:r>
          </a:p>
        </p:txBody>
      </p:sp>
      <p:sp>
        <p:nvSpPr>
          <p:cNvPr id="7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518250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74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5116767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09</a:t>
            </a:r>
          </a:p>
        </p:txBody>
      </p:sp>
      <p:sp>
        <p:nvSpPr>
          <p:cNvPr id="75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116767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0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11757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10</a:t>
            </a:r>
          </a:p>
        </p:txBody>
      </p:sp>
      <p:sp>
        <p:nvSpPr>
          <p:cNvPr id="78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6711757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2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E0191ED-378D-B342-95BB-55171AEAF8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3991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目次（青）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307976" y="161003"/>
            <a:ext cx="7273672" cy="833780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rgbClr val="FFFFFF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Contents</a:t>
            </a:r>
            <a:endParaRPr lang="en-ZA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1" hasCustomPrompt="1"/>
          </p:nvPr>
        </p:nvSpPr>
        <p:spPr>
          <a:xfrm>
            <a:off x="300038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dirty="0" err="1"/>
              <a:t>クリックしてテキストを入力</a:t>
            </a:r>
            <a:endParaRPr lang="en-US" dirty="0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1910907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39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910907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518250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15" hasCustomPrompt="1"/>
          </p:nvPr>
        </p:nvSpPr>
        <p:spPr>
          <a:xfrm>
            <a:off x="3518250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marR="0" indent="0" algn="l" defTabSz="121917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/>
              <a:buNone/>
              <a:tabLst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/>
              <a:buNone/>
              <a:tabLst/>
              <a:defRPr/>
            </a:pPr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5116767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116767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4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711757" y="1375838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6711757" y="2053172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65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300038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06</a:t>
            </a:r>
          </a:p>
        </p:txBody>
      </p:sp>
      <p:sp>
        <p:nvSpPr>
          <p:cNvPr id="66" name="Text Placehold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300038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6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1910907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07</a:t>
            </a:r>
          </a:p>
        </p:txBody>
      </p:sp>
      <p:sp>
        <p:nvSpPr>
          <p:cNvPr id="6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1910907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71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3518250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08</a:t>
            </a:r>
          </a:p>
        </p:txBody>
      </p:sp>
      <p:sp>
        <p:nvSpPr>
          <p:cNvPr id="7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518250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74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5116767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09</a:t>
            </a:r>
          </a:p>
        </p:txBody>
      </p:sp>
      <p:sp>
        <p:nvSpPr>
          <p:cNvPr id="75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5116767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0" indent="0">
              <a:buNone/>
              <a:defRPr sz="1467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sp>
        <p:nvSpPr>
          <p:cNvPr id="77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11757" y="3894672"/>
            <a:ext cx="1516072" cy="486833"/>
          </a:xfrm>
          <a:prstGeom prst="rect">
            <a:avLst/>
          </a:prstGeom>
        </p:spPr>
        <p:txBody>
          <a:bodyPr vert="horz"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10</a:t>
            </a:r>
          </a:p>
        </p:txBody>
      </p:sp>
      <p:sp>
        <p:nvSpPr>
          <p:cNvPr id="78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6711757" y="4572006"/>
            <a:ext cx="1516072" cy="1566333"/>
          </a:xfrm>
          <a:prstGeom prst="rect">
            <a:avLst/>
          </a:prstGeom>
        </p:spPr>
        <p:txBody>
          <a:bodyPr vert="horz"/>
          <a:lstStyle>
            <a:lvl1pPr marL="0" indent="0">
              <a:lnSpc>
                <a:spcPct val="90000"/>
              </a:lnSpc>
              <a:buFont typeface="Arial"/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233" indent="0">
              <a:buNone/>
              <a:defRPr sz="1467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867">
                <a:latin typeface="Source Sans Pro"/>
                <a:cs typeface="Source Sans Pro"/>
              </a:defRPr>
            </a:lvl3pPr>
            <a:lvl4pPr>
              <a:defRPr sz="1867">
                <a:latin typeface="Source Sans Pro"/>
                <a:cs typeface="Source Sans Pro"/>
              </a:defRPr>
            </a:lvl4pPr>
            <a:lvl5pPr>
              <a:defRPr sz="1867">
                <a:latin typeface="Source Sans Pro"/>
                <a:cs typeface="Source Sans Pro"/>
              </a:defRPr>
            </a:lvl5pPr>
          </a:lstStyle>
          <a:p>
            <a:pPr lvl="0"/>
            <a:r>
              <a:rPr lang="en-US" altLang="ja-JP" dirty="0" err="1"/>
              <a:t>クリックしてテキストを入力</a:t>
            </a:r>
            <a:endParaRPr lang="en-US" altLang="ja-JP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77FA907-E31B-EC4C-8DD4-83DE918A9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 contrast="100000"/>
          </a:blip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E60BD387-2425-4463-B7FA-C19061BAE4CE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54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セクション見出し（白）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97518" y="3093720"/>
            <a:ext cx="8640741" cy="810685"/>
          </a:xfrm>
          <a:prstGeom prst="rect">
            <a:avLst/>
          </a:prstGeom>
        </p:spPr>
        <p:txBody>
          <a:bodyPr anchor="ctr"/>
          <a:lstStyle>
            <a:lvl1pPr>
              <a:defRPr sz="44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セクション見出し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C5FBA-3ECF-4B49-875C-A704CEE08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79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セクション見出し(青)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5F2718-5C4C-484E-82F9-1AEFB313A2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 contrast="100000"/>
          </a:blip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97518" y="3093720"/>
            <a:ext cx="8640741" cy="810685"/>
          </a:xfrm>
          <a:prstGeom prst="rect">
            <a:avLst/>
          </a:prstGeom>
        </p:spPr>
        <p:txBody>
          <a:bodyPr anchor="ctr"/>
          <a:lstStyle>
            <a:lvl1pPr>
              <a:defRPr sz="44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セクション見出し</a:t>
            </a:r>
            <a:endParaRPr lang="en-ZA" dirty="0"/>
          </a:p>
        </p:txBody>
      </p:sp>
      <p:sp>
        <p:nvSpPr>
          <p:cNvPr id="5" name="テキスト ボックス 4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797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テキスト中心(白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97519" y="169334"/>
            <a:ext cx="7293842" cy="793751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7521" y="1529025"/>
            <a:ext cx="8532155" cy="4775113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algn="l">
              <a:defRPr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 algn="l">
              <a:defRPr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 algn="l">
              <a:defRPr sz="1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 algn="l">
              <a:defRPr sz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/>
            <a:r>
              <a:rPr lang="ja-JP" altLang="en-US" dirty="0"/>
              <a:t>クリックして素材を追加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C5FBA-3ECF-4B49-875C-A704CEE08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2021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950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テキスト中心(青)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97519" y="169334"/>
            <a:ext cx="7293842" cy="793751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</a:t>
            </a:r>
            <a:r>
              <a:rPr lang="en-ZA" dirty="0" err="1"/>
              <a:t>タイトルを入力</a:t>
            </a:r>
            <a:endParaRPr lang="en-ZA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7521" y="1529025"/>
            <a:ext cx="8532155" cy="4775113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algn="l">
              <a:defRPr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 algn="l">
              <a:defRPr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 algn="l">
              <a:defRPr sz="1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 algn="l">
              <a:defRPr sz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/>
            <a:r>
              <a:rPr lang="ja-JP" altLang="en-US" dirty="0"/>
              <a:t>クリックして素材を追加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ZA" altLang="ja-JP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5F2718-5C4C-484E-82F9-1AEFB313A2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 contrast="100000"/>
          </a:blip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209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タイトル＆２コラム（白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97521" y="1408823"/>
            <a:ext cx="3842680" cy="418608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>
              <a:defRPr sz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/>
            <a:r>
              <a:rPr lang="ja-JP" altLang="en-US" dirty="0"/>
              <a:t>クリックして素材を追加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ZA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392613" y="1409289"/>
            <a:ext cx="4319587" cy="4186207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20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>
              <a:defRPr sz="14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>
              <a:defRPr sz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/>
            <a:r>
              <a:rPr lang="ja-JP" altLang="en-US" dirty="0"/>
              <a:t>クリックしてテキストを追加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ZA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97520" y="169335"/>
            <a:ext cx="7253850" cy="793749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022796-17B0-9843-B743-C9E71C3DBD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279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-1_タイトルのみ(白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97519" y="169334"/>
            <a:ext cx="7293842" cy="793751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C5FBA-3ECF-4B49-875C-A704CEE08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2021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05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-1_タイトルのみ(青)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97519" y="169334"/>
            <a:ext cx="7293842" cy="793751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5F2718-5C4C-484E-82F9-1AEFB313A2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 contrast="100000"/>
          </a:blip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5" name="テキスト ボックス 4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35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-2_タイトルのみ・ページ番号なし(白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97519" y="169334"/>
            <a:ext cx="7293842" cy="793751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C5FBA-3ECF-4B49-875C-A704CEE08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17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-2_タイトルのみ・ページ番号なし(青)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297519" y="169334"/>
            <a:ext cx="7293842" cy="793751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5F2718-5C4C-484E-82F9-1AEFB313A2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 contrast="100000"/>
          </a:blip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図(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96864" y="1211424"/>
            <a:ext cx="8532826" cy="381000"/>
          </a:xfrm>
          <a:prstGeom prst="rect">
            <a:avLst/>
          </a:prstGeom>
        </p:spPr>
        <p:txBody>
          <a:bodyPr/>
          <a:lstStyle>
            <a:lvl1pPr algn="ctr">
              <a:defRPr sz="1800" i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ja-JP" altLang="en-US"/>
              <a:t>クリックしてテキストを入力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1" hasCustomPrompt="1"/>
          </p:nvPr>
        </p:nvSpPr>
        <p:spPr>
          <a:xfrm>
            <a:off x="297521" y="1683603"/>
            <a:ext cx="8532155" cy="410877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ZA" i="0" dirty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ja-JP" altLang="en-US"/>
              <a:t>グラフを追加</a:t>
            </a:r>
            <a:endParaRPr lang="en-ZA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97520" y="169334"/>
            <a:ext cx="7168881" cy="793751"/>
          </a:xfrm>
          <a:prstGeom prst="rect">
            <a:avLst/>
          </a:prstGeom>
        </p:spPr>
        <p:txBody>
          <a:bodyPr anchor="ctr"/>
          <a:lstStyle>
            <a:lvl1pPr>
              <a:defRPr sz="3200" b="1" i="0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61E181-5FDC-CC41-A38E-B7FB36A86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0545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図(青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96864" y="1211424"/>
            <a:ext cx="8532826" cy="381000"/>
          </a:xfrm>
          <a:prstGeom prst="rect">
            <a:avLst/>
          </a:prstGeom>
        </p:spPr>
        <p:txBody>
          <a:bodyPr/>
          <a:lstStyle>
            <a:lvl1pPr algn="ctr">
              <a:defRPr sz="1800" i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marL="120648" indent="0" algn="ctr">
              <a:buNone/>
              <a:defRPr sz="1867"/>
            </a:lvl2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1" hasCustomPrompt="1"/>
          </p:nvPr>
        </p:nvSpPr>
        <p:spPr>
          <a:xfrm>
            <a:off x="297521" y="1683603"/>
            <a:ext cx="8532155" cy="4108771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ZA" i="0" dirty="0">
                <a:solidFill>
                  <a:schemeClr val="lt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 algn="ctr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ja-JP" altLang="en-US"/>
              <a:t>グラフを追加</a:t>
            </a:r>
            <a:endParaRPr lang="en-ZA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97519" y="169334"/>
            <a:ext cx="7199350" cy="793751"/>
          </a:xfrm>
          <a:prstGeom prst="rect">
            <a:avLst/>
          </a:prstGeom>
        </p:spPr>
        <p:txBody>
          <a:bodyPr anchor="ctr"/>
          <a:lstStyle>
            <a:lvl1pPr>
              <a:defRPr sz="3200" b="1" i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F31179-EFE2-9444-A5FF-F77BCF5665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 contrast="100000"/>
          </a:blip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690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-1_ロゴ＆ページ番号あり(白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1C5FBA-3ECF-4B49-875C-A704CEE084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4" name="テキスト ボックス 3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039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-1_ロゴ＆ページ番号あり(青)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5F2718-5C4C-484E-82F9-1AEFB313A2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 contrast="100000"/>
          </a:blip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4" name="テキスト ボックス 3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43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2_ロゴのみ-ページ番号なし(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761E181-5FDC-CC41-A38E-B7FB36A86B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3694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-2_ロゴのみ-ページ番号なし(青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1F31179-EFE2-9444-A5FF-F77BCF5665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 contrast="100000"/>
          </a:blip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2398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コンテンツタイトル（青）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EADE93CD-37DF-E343-A975-1AA1C847DA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700" y="2734842"/>
            <a:ext cx="8556603" cy="631775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79472A9-7FF4-844C-8BB9-B7A54132F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3700" y="3412187"/>
            <a:ext cx="8556603" cy="5300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 err="1"/>
              <a:t>クリックしてテキストを入力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5" name="テキスト ボックス 4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8589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コンテンツイメージ（カバー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048DB9C-DCF7-0D4F-BD88-98E3E02490F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047625"/>
            <a:ext cx="9144000" cy="5810376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C331B1-A2E3-4449-A203-C1004B13CA10}"/>
              </a:ext>
            </a:extLst>
          </p:cNvPr>
          <p:cNvSpPr/>
          <p:nvPr userDrawn="1"/>
        </p:nvSpPr>
        <p:spPr>
          <a:xfrm>
            <a:off x="-1" y="1"/>
            <a:ext cx="9144001" cy="1047623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GB" sz="2133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1A4BD4-D529-FB4E-AC5F-BC12E154A2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30075"/>
            <a:ext cx="1040996" cy="387474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58B47C-E1EA-48F1-A18B-EAAE6BEB1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84EAF112-79CC-B34F-94BA-BFC7F71A8BC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テキスト ボックス 5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477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セクション-タイトル＆ブロック（白）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C46D53-15E4-2C4F-9617-DD90C161B84F}"/>
              </a:ext>
            </a:extLst>
          </p:cNvPr>
          <p:cNvSpPr/>
          <p:nvPr userDrawn="1"/>
        </p:nvSpPr>
        <p:spPr>
          <a:xfrm>
            <a:off x="0" y="2780623"/>
            <a:ext cx="3048000" cy="40859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6A6DF1-0EBD-A441-B4B6-6E5DE055B9AB}"/>
              </a:ext>
            </a:extLst>
          </p:cNvPr>
          <p:cNvSpPr/>
          <p:nvPr userDrawn="1"/>
        </p:nvSpPr>
        <p:spPr>
          <a:xfrm>
            <a:off x="6096000" y="2780623"/>
            <a:ext cx="3048000" cy="40859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DBA51-2FC2-724F-8D23-DCE9E6E22D7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000" y="2781380"/>
            <a:ext cx="3048000" cy="4085167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アイコンをクリックして図を追加</a:t>
            </a:r>
            <a:endParaRPr lang="en-GB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2179386-8ECF-2247-89E5-B3685ECA1D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700" y="705414"/>
            <a:ext cx="8556603" cy="631775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DFBDF62-760F-2942-909D-906703D9C63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3700" y="1382759"/>
            <a:ext cx="8556603" cy="5300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 err="1"/>
              <a:t>サブタイトルを入力</a:t>
            </a:r>
            <a:endParaRPr lang="en-GB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3140292-BA2F-5F40-B51A-1F57E8E530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04789" y="3606699"/>
            <a:ext cx="2030403" cy="3739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 dirty="0"/>
              <a:t>テキストを入力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1906DE7-FCBA-2C47-BF59-60B682EFAE7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04789" y="4380447"/>
            <a:ext cx="2030391" cy="918901"/>
          </a:xfrm>
          <a:prstGeom prst="rect">
            <a:avLst/>
          </a:prstGeom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 pitchFamily="34" charset="0"/>
              <a:buNone/>
              <a:tabLst/>
              <a:defRPr sz="1400" b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703A3ACC-186F-804C-B70E-77B95DB7260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524166" y="3606699"/>
            <a:ext cx="2030403" cy="3739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9D664C2-EB15-B941-872E-C42459621D8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524166" y="4380447"/>
            <a:ext cx="2030391" cy="9189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図を追加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DE93A4A-D0D5-DC49-87BA-D7EEFBB11F57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608819" y="3606699"/>
            <a:ext cx="2030403" cy="373936"/>
          </a:xfrm>
          <a:prstGeom prst="rect">
            <a:avLst/>
          </a:prstGeom>
        </p:spPr>
        <p:txBody>
          <a:bodyPr/>
          <a:lstStyle>
            <a:lvl1pPr marL="0" marR="0" indent="0" algn="ctr" defTabSz="1219170" rtl="0" eaLnBrk="1" fontAlgn="auto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 pitchFamily="34" charset="0"/>
              <a:buNone/>
              <a:tabLst/>
              <a:defRPr sz="18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6FE70091-2CA3-B04B-AA23-9D30A96917C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608819" y="4380447"/>
            <a:ext cx="2030391" cy="9189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8" name="テキスト ボックス 17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598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セクション-タイトル＆３ブロック（青）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5E4FBA8E-F792-5B49-AC3F-6764FF3C8F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700" y="450771"/>
            <a:ext cx="8556603" cy="631775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GB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D48A384-379E-864F-A2E2-01EF6C4024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3700" y="1128117"/>
            <a:ext cx="8556603" cy="5300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 dirty="0"/>
              <a:t>サブタイトルを入力</a:t>
            </a:r>
            <a:endParaRPr lang="en-GB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0C35067-E835-BD4F-A284-A2F4B755A850}"/>
              </a:ext>
            </a:extLst>
          </p:cNvPr>
          <p:cNvCxnSpPr/>
          <p:nvPr userDrawn="1"/>
        </p:nvCxnSpPr>
        <p:spPr>
          <a:xfrm flipV="1">
            <a:off x="5947767" y="2884426"/>
            <a:ext cx="0" cy="20629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E77D04-FEA0-9A48-99BB-44FA1E043D82}"/>
              </a:ext>
            </a:extLst>
          </p:cNvPr>
          <p:cNvCxnSpPr/>
          <p:nvPr userDrawn="1"/>
        </p:nvCxnSpPr>
        <p:spPr>
          <a:xfrm flipV="1">
            <a:off x="3246239" y="2884426"/>
            <a:ext cx="0" cy="20629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6F4426F-9472-8E42-9CE2-56032EEDBD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0275" y="3174960"/>
            <a:ext cx="2030403" cy="3739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12B08A3-6F0E-8345-9F2F-07D52078585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80275" y="4028481"/>
            <a:ext cx="2030391" cy="9189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E376E8B7-2C49-5A43-A624-90D03231068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581803" y="3174960"/>
            <a:ext cx="2030403" cy="3739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0C68A706-386B-B54D-A68A-407C4C6E9C4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581803" y="4028481"/>
            <a:ext cx="2030391" cy="9189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B89421A3-22D4-824A-BC46-312A99FDA7C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83318" y="3174960"/>
            <a:ext cx="2030403" cy="37393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CE424B62-5109-9841-8C42-5BD27006A9DD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6283318" y="4028481"/>
            <a:ext cx="2030391" cy="91890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41" name="Picture Placeholder 3">
            <a:extLst>
              <a:ext uri="{FF2B5EF4-FFF2-40B4-BE49-F238E27FC236}">
                <a16:creationId xmlns:a16="http://schemas.microsoft.com/office/drawing/2014/main" id="{22992596-9553-354E-9FA6-6A7BACE3514C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1696362" y="2411557"/>
            <a:ext cx="398215" cy="4657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74591AD2-2569-CF45-8D7D-E69A713170D1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397897" y="2411557"/>
            <a:ext cx="398215" cy="4657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A01C25AB-DBA1-3343-A29F-C393C26205A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7100194" y="2411557"/>
            <a:ext cx="398215" cy="4657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6" name="テキスト ボックス 15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045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コンテンツタイトル（扉）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085481-1F38-7744-AE2E-14E71BBC7165}"/>
              </a:ext>
            </a:extLst>
          </p:cNvPr>
          <p:cNvSpPr/>
          <p:nvPr userDrawn="1"/>
        </p:nvSpPr>
        <p:spPr>
          <a:xfrm>
            <a:off x="4412974" y="0"/>
            <a:ext cx="4731026" cy="6858000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10000"/>
              </a:lnSpc>
              <a:spcBef>
                <a:spcPts val="267"/>
              </a:spcBef>
              <a:spcAft>
                <a:spcPts val="267"/>
              </a:spcAft>
            </a:pPr>
            <a:endParaRPr lang="en-GB" sz="2133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47273F-8383-0B40-A84D-A6E3D5DAB531}"/>
              </a:ext>
            </a:extLst>
          </p:cNvPr>
          <p:cNvSpPr/>
          <p:nvPr userDrawn="1"/>
        </p:nvSpPr>
        <p:spPr>
          <a:xfrm>
            <a:off x="867906" y="1290234"/>
            <a:ext cx="2867187" cy="4277532"/>
          </a:xfrm>
          <a:prstGeom prst="rect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172A34A-A47D-0B40-835D-28831DC772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2761" y="3256155"/>
            <a:ext cx="2657475" cy="14378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marL="457189" indent="0" algn="ctr">
              <a:buNone/>
              <a:defRPr sz="1333"/>
            </a:lvl2pPr>
            <a:lvl3pPr marL="914377" indent="0" algn="ctr">
              <a:buNone/>
              <a:defRPr sz="1333"/>
            </a:lvl3pPr>
            <a:lvl4pPr marL="1371566" indent="0" algn="ctr">
              <a:buNone/>
              <a:defRPr sz="1333"/>
            </a:lvl4pPr>
            <a:lvl5pPr marL="1828754" indent="0" algn="ctr">
              <a:buNone/>
              <a:defRPr sz="1333"/>
            </a:lvl5pPr>
          </a:lstStyle>
          <a:p>
            <a:pPr lvl="0"/>
            <a:r>
              <a:rPr lang="ja-JP" altLang="en-US"/>
              <a:t>クリックしてテキストを入力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01CF58-65C8-5A44-9BBC-7F4C9512C2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2008" y="799958"/>
            <a:ext cx="4067524" cy="283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Segoe UI Historic" panose="020B0502040204020203" pitchFamily="34" charset="0"/>
                <a:ea typeface="Meiryo" panose="020B0604030504040204" pitchFamily="34" charset="-128"/>
                <a:cs typeface="Segoe UI Historic" panose="020B0502040204020203" pitchFamily="34" charset="0"/>
              </a:defRPr>
            </a:lvl1pPr>
          </a:lstStyle>
          <a:p>
            <a:pPr lvl="0"/>
            <a:r>
              <a:rPr lang="en-US" dirty="0" err="1"/>
              <a:t>時間を入力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593C8A1F-BBC4-D142-8D11-C3D83D5A59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2008" y="1130588"/>
            <a:ext cx="4067524" cy="283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en-US" dirty="0" err="1"/>
              <a:t>見出しを入力</a:t>
            </a:r>
            <a:endParaRPr lang="en-GB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B2E1BFFD-5E6B-184E-9C96-C96EA10F3A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82008" y="1440554"/>
            <a:ext cx="4067524" cy="5328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en-US" dirty="0" err="1"/>
              <a:t>テキストを入力</a:t>
            </a:r>
            <a:endParaRPr lang="en-GB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252F90EC-C0F9-F040-B680-A6A9A3CB16F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82008" y="2163809"/>
            <a:ext cx="4067524" cy="283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Segoe UI Historic" panose="020B0502040204020203" pitchFamily="34" charset="0"/>
                <a:ea typeface="Meiryo" panose="020B0604030504040204" pitchFamily="34" charset="-128"/>
                <a:cs typeface="Segoe UI Historic" panose="020B0502040204020203" pitchFamily="34" charset="0"/>
              </a:defRPr>
            </a:lvl1pPr>
          </a:lstStyle>
          <a:p>
            <a:pPr lvl="0"/>
            <a:r>
              <a:rPr lang="en-US" dirty="0" err="1"/>
              <a:t>時間を入力</a:t>
            </a:r>
            <a:endParaRPr lang="en-GB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8B064F4E-61E6-8D43-884D-B02F8BF124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82008" y="2494438"/>
            <a:ext cx="4067524" cy="283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en-US" dirty="0" err="1"/>
              <a:t>見出しを入力</a:t>
            </a:r>
            <a:endParaRPr lang="en-GB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03EE597B-F187-9343-9BDB-C8BFA2AFFF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782008" y="2804405"/>
            <a:ext cx="4067524" cy="5328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en-US" dirty="0" err="1"/>
              <a:t>テキストを入力</a:t>
            </a:r>
            <a:endParaRPr lang="en-GB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86E91DD-916B-F645-80BE-74FE13A1A3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82008" y="3541221"/>
            <a:ext cx="4067524" cy="283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Segoe UI Historic" panose="020B0502040204020203" pitchFamily="34" charset="0"/>
                <a:ea typeface="Meiryo" panose="020B0604030504040204" pitchFamily="34" charset="-128"/>
                <a:cs typeface="Segoe UI Historic" panose="020B0502040204020203" pitchFamily="34" charset="0"/>
              </a:defRPr>
            </a:lvl1pPr>
          </a:lstStyle>
          <a:p>
            <a:pPr lvl="0"/>
            <a:r>
              <a:rPr lang="en-US" dirty="0" err="1"/>
              <a:t>時間を入力</a:t>
            </a:r>
            <a:endParaRPr lang="en-GB" dirty="0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D33AE9B1-FC4C-B64A-A627-4C5DEB4D36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82008" y="3871850"/>
            <a:ext cx="4067524" cy="283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en-US" dirty="0" err="1"/>
              <a:t>見出しを入力</a:t>
            </a:r>
            <a:endParaRPr lang="en-GB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D7BDC373-757A-224C-BDE1-7C04B25342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82008" y="4181817"/>
            <a:ext cx="4067524" cy="5328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en-US" altLang="ja-JP" dirty="0" err="1"/>
              <a:t>テキストを入力</a:t>
            </a:r>
            <a:endParaRPr lang="en-GB" altLang="ja-JP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D237CA36-D07E-5643-B2B1-CCB818CA69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82008" y="4920642"/>
            <a:ext cx="4067524" cy="283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Segoe UI Historic" panose="020B0502040204020203" pitchFamily="34" charset="0"/>
                <a:ea typeface="Meiryo" panose="020B0604030504040204" pitchFamily="34" charset="-128"/>
                <a:cs typeface="Segoe UI Historic" panose="020B0502040204020203" pitchFamily="34" charset="0"/>
              </a:defRPr>
            </a:lvl1pPr>
          </a:lstStyle>
          <a:p>
            <a:pPr lvl="0"/>
            <a:r>
              <a:rPr lang="en-US" dirty="0" err="1"/>
              <a:t>時間を入力</a:t>
            </a:r>
            <a:endParaRPr lang="en-GB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C423DBFD-C745-4648-850A-74997E87CF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82008" y="5251272"/>
            <a:ext cx="4067524" cy="283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en-US" dirty="0" err="1"/>
              <a:t>見出しを入力</a:t>
            </a:r>
            <a:endParaRPr lang="en-GB" dirty="0"/>
          </a:p>
        </p:txBody>
      </p: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060C62B5-4383-B249-A74D-872EBA69941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82008" y="5561238"/>
            <a:ext cx="4067524" cy="5328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en-US" altLang="ja-JP" dirty="0" err="1"/>
              <a:t>テキストを入力</a:t>
            </a:r>
            <a:endParaRPr lang="en-GB" altLang="ja-JP" dirty="0"/>
          </a:p>
        </p:txBody>
      </p:sp>
      <p:sp>
        <p:nvSpPr>
          <p:cNvPr id="32" name="Title 4">
            <a:extLst>
              <a:ext uri="{FF2B5EF4-FFF2-40B4-BE49-F238E27FC236}">
                <a16:creationId xmlns:a16="http://schemas.microsoft.com/office/drawing/2014/main" id="{738D054A-338D-8647-BDC8-3D1F6F5A5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761" y="2157093"/>
            <a:ext cx="2657475" cy="958321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dirty="0" err="1"/>
              <a:t>議題を入力</a:t>
            </a:r>
            <a:endParaRPr lang="en-GB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319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コンテンツ01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CC2F59C1-FB59-6442-AD76-AEF04666F0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29506" y="0"/>
            <a:ext cx="5814494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600">
                <a:ln>
                  <a:noFill/>
                </a:ln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10F3DA-0062-6342-AECB-F97E69FEAC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54651" y="764405"/>
            <a:ext cx="1000125" cy="1333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67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010EE3-E153-394E-A879-6872145A81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483" y="2375655"/>
            <a:ext cx="2642461" cy="43972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16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/>
              <a:t>タイトルを入力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274682-542E-EB4E-B888-5D496DB0A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5438" y="3093133"/>
            <a:ext cx="2657475" cy="31998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180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コンテンツ02（青）">
    <p:bg bwMode="lt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07810" y="1145277"/>
            <a:ext cx="2854058" cy="3220412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bg1"/>
            </a:solidFill>
          </a:ln>
          <a:effectLst/>
        </p:spPr>
        <p:txBody>
          <a:bodyPr lIns="180000" anchor="ctr"/>
          <a:lstStyle>
            <a:lvl1pPr algn="l">
              <a:lnSpc>
                <a:spcPct val="100000"/>
              </a:lnSpc>
              <a:defRPr sz="24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lnSpc>
                <a:spcPct val="100000"/>
              </a:lnSpc>
              <a:defRPr sz="200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07810" y="4525769"/>
            <a:ext cx="2374356" cy="1932257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bg1"/>
            </a:solidFill>
          </a:ln>
          <a:effectLst/>
        </p:spPr>
        <p:txBody>
          <a:bodyPr lIns="180000" anchor="ctr"/>
          <a:lstStyle>
            <a:lvl1pPr algn="l">
              <a:lnSpc>
                <a:spcPct val="100000"/>
              </a:lnSpc>
              <a:defRPr sz="20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813538" y="4525769"/>
            <a:ext cx="6112151" cy="1932257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bg1"/>
            </a:solidFill>
          </a:ln>
          <a:effectLst/>
        </p:spPr>
        <p:txBody>
          <a:bodyPr lIns="180000" anchor="ctr"/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273338" y="1145277"/>
            <a:ext cx="2036258" cy="3220412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bg1"/>
            </a:solidFill>
          </a:ln>
          <a:effectLst/>
        </p:spPr>
        <p:txBody>
          <a:bodyPr lIns="180000" anchor="ctr"/>
          <a:lstStyle>
            <a:lvl1pPr algn="ctr"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marL="120647" indent="0" algn="l">
              <a:buNone/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426254" y="190029"/>
            <a:ext cx="3499434" cy="2467036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bg1"/>
            </a:solidFill>
          </a:ln>
          <a:effectLst/>
        </p:spPr>
        <p:txBody>
          <a:bodyPr lIns="180000" anchor="ctr"/>
          <a:lstStyle>
            <a:lvl1pPr algn="l">
              <a:lnSpc>
                <a:spcPct val="100000"/>
              </a:lnSpc>
              <a:defRPr sz="2400">
                <a:solidFill>
                  <a:schemeClr val="bg1"/>
                </a:solidFill>
                <a:effectLst/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lnSpc>
                <a:spcPct val="100000"/>
              </a:lnSpc>
              <a:defRPr sz="2000">
                <a:solidFill>
                  <a:schemeClr val="bg1"/>
                </a:solidFill>
                <a:effectLst/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426255" y="2817145"/>
            <a:ext cx="3523542" cy="1548544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bg1"/>
            </a:solidFill>
          </a:ln>
          <a:effectLst/>
        </p:spPr>
        <p:txBody>
          <a:bodyPr lIns="180000" anchor="ctr"/>
          <a:lstStyle>
            <a:lvl1pPr algn="l"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rgbClr val="6A6A6A"/>
                </a:solidFill>
              </a:defRPr>
            </a:lvl2pPr>
            <a:lvl3pPr algn="l">
              <a:defRPr>
                <a:solidFill>
                  <a:srgbClr val="6A6A6A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7810" y="190029"/>
            <a:ext cx="5034629" cy="751351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5872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コンテンツ03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07810" y="1145277"/>
            <a:ext cx="2854058" cy="32204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="ctr"/>
          <a:lstStyle>
            <a:lvl1pPr marL="239178" indent="0" algn="l">
              <a:defRPr sz="3200">
                <a:solidFill>
                  <a:srgbClr val="FFFFFF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marL="478355" indent="241294" algn="l">
              <a:defRPr sz="2000">
                <a:solidFill>
                  <a:srgbClr val="FFFFFF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07810" y="4525769"/>
            <a:ext cx="2374356" cy="193225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lvl1pPr algn="l">
              <a:defRPr sz="2667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2813538" y="4525769"/>
            <a:ext cx="6112151" cy="19322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anchor="ctr"/>
          <a:lstStyle>
            <a:lvl1pPr algn="ctr">
              <a:defRPr sz="3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273338" y="1145277"/>
            <a:ext cx="2036258" cy="3220412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5426254" y="190029"/>
            <a:ext cx="3499434" cy="2467036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anchor="ctr"/>
          <a:lstStyle>
            <a:lvl1pPr marL="239178" indent="0" algn="l">
              <a:defRPr sz="3200">
                <a:solidFill>
                  <a:srgbClr val="FFFFFF"/>
                </a:solidFill>
                <a:effectLst/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marL="478355" indent="-239178" algn="l">
              <a:defRPr sz="2000">
                <a:solidFill>
                  <a:srgbClr val="FFFFFF"/>
                </a:solidFill>
                <a:effectLst/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5426255" y="2817145"/>
            <a:ext cx="3523542" cy="15485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</p:spPr>
        <p:txBody>
          <a:bodyPr anchor="ctr"/>
          <a:lstStyle>
            <a:lvl1pPr algn="r">
              <a:defRPr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rgbClr val="6A6A6A"/>
                </a:solidFill>
              </a:defRPr>
            </a:lvl2pPr>
            <a:lvl3pPr algn="l">
              <a:defRPr>
                <a:solidFill>
                  <a:srgbClr val="6A6A6A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  <a:endParaRPr lang="en-US" altLang="ja-JP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7810" y="190029"/>
            <a:ext cx="5034629" cy="751351"/>
          </a:xfrm>
          <a:prstGeom prst="rect">
            <a:avLst/>
          </a:prstGeom>
        </p:spPr>
        <p:txBody>
          <a:bodyPr/>
          <a:lstStyle>
            <a:lvl1pPr algn="l">
              <a:defRPr sz="24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ZA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0" name="テキスト ボックス 9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101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コンテンツ04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091E020-A1A3-894A-9A18-A2F931CBD4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46229" y="1003370"/>
            <a:ext cx="1446298" cy="263540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A37017A4-629A-A44D-A88D-1F8DEFFF532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069147" y="1003369"/>
            <a:ext cx="1454275" cy="154076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91168ADE-9466-4740-BD51-47A72258CAA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069147" y="2715211"/>
            <a:ext cx="1454275" cy="351413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94A075D6-2F03-9E41-AF6A-579AABF97D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638252" y="3798602"/>
            <a:ext cx="3863834" cy="243074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14" name="Title 4">
            <a:extLst>
              <a:ext uri="{FF2B5EF4-FFF2-40B4-BE49-F238E27FC236}">
                <a16:creationId xmlns:a16="http://schemas.microsoft.com/office/drawing/2014/main" id="{E2D97701-7525-0342-A279-46EA7BC6D9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483" y="1003368"/>
            <a:ext cx="2642461" cy="87709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24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スライドタイトルの入力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5575969-C897-2448-BD44-B2D0F9D3CE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483" y="2017008"/>
            <a:ext cx="2642461" cy="4212341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12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05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>
              <a:defRPr sz="9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>
              <a:defRPr sz="8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/>
            <a:r>
              <a:rPr lang="ja-JP" altLang="en-US" dirty="0"/>
              <a:t>テキストの入力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GB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A682FCE-443F-814C-A0D0-5D967D71C6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15336" y="1003369"/>
            <a:ext cx="2286751" cy="2635401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9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8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>
              <a:defRPr sz="7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>
              <a:defRPr sz="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7" name="テキスト ボックス 16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3201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コンテンツ05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4">
            <a:extLst>
              <a:ext uri="{FF2B5EF4-FFF2-40B4-BE49-F238E27FC236}">
                <a16:creationId xmlns:a16="http://schemas.microsoft.com/office/drawing/2014/main" id="{E2D97701-7525-0342-A279-46EA7BC6D9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2509" y="897351"/>
            <a:ext cx="2642461" cy="87709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24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GB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C5575969-C897-2448-BD44-B2D0F9D3CE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2509" y="1910991"/>
            <a:ext cx="2642461" cy="42123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12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1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>
              <a:defRPr sz="105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>
              <a:defRPr sz="10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GB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A682FCE-443F-814C-A0D0-5D967D71C6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74362" y="897352"/>
            <a:ext cx="2286751" cy="263540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11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05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>
              <a:defRPr sz="10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>
              <a:defRPr sz="9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GB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58B466F-ED96-BE4E-955F-BE1FEA9E2EE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41425" y="2540620"/>
            <a:ext cx="1454275" cy="35827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  <a:lvl5pPr>
              <a:defRPr sz="1333">
                <a:solidFill>
                  <a:schemeClr val="accent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E94D3DF8-5CF2-BF47-B246-B473C449DBF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241425" y="897351"/>
            <a:ext cx="1454275" cy="154076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 pitchFamily="34" charset="0"/>
              <a:buNone/>
              <a:tabLst/>
              <a:defRPr sz="1050">
                <a:ln>
                  <a:noFill/>
                </a:ln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ja-JP" altLang="en-US" noProof="0"/>
              <a:t>アイコンをクリックして図を追加</a:t>
            </a:r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CBE37E95-2D23-464B-9974-5D9E340CF18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97278" y="3692585"/>
            <a:ext cx="3863834" cy="243074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 pitchFamily="34" charset="0"/>
              <a:buNone/>
              <a:tabLst/>
              <a:defRPr sz="1050">
                <a:ln>
                  <a:noFill/>
                </a:ln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ja-JP" altLang="en-US" noProof="0"/>
              <a:t>アイコンをクリックして図を追加</a:t>
            </a:r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174DC45-C4F5-BB48-9E7A-CEE0AEC21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807893" y="897352"/>
            <a:ext cx="1486891" cy="263540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1333">
                <a:solidFill>
                  <a:schemeClr val="accent1"/>
                </a:solidFill>
              </a:defRPr>
            </a:lvl2pPr>
            <a:lvl3pPr>
              <a:defRPr sz="1333">
                <a:solidFill>
                  <a:schemeClr val="accent1"/>
                </a:solidFill>
              </a:defRPr>
            </a:lvl3pPr>
            <a:lvl4pPr>
              <a:defRPr sz="1333">
                <a:solidFill>
                  <a:schemeClr val="accent1"/>
                </a:solidFill>
              </a:defRPr>
            </a:lvl4pPr>
            <a:lvl5pPr>
              <a:defRPr sz="1333">
                <a:solidFill>
                  <a:schemeClr val="accent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4880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コンテンツ06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06E562FE-5E19-3C4E-AD9C-CF094515AA98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-3381" y="0"/>
            <a:ext cx="2805854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marR="0" indent="0" algn="l" defTabSz="1219170" rtl="0" eaLnBrk="1" fontAlgn="auto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 pitchFamily="34" charset="0"/>
              <a:buNone/>
              <a:tabLst/>
              <a:defRPr sz="1200">
                <a:ln>
                  <a:noFill/>
                </a:ln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ja-JP" altLang="en-US" noProof="0"/>
              <a:t>アイコンをクリックして図を追加</a:t>
            </a:r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A7F20D-739B-444F-BBE5-002C9121F465}"/>
              </a:ext>
            </a:extLst>
          </p:cNvPr>
          <p:cNvSpPr/>
          <p:nvPr userDrawn="1"/>
        </p:nvSpPr>
        <p:spPr>
          <a:xfrm>
            <a:off x="2802732" y="0"/>
            <a:ext cx="282713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19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675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AFAA33E7-AC2A-E048-A128-C3BEF4734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0410" y="951707"/>
            <a:ext cx="1851780" cy="1466028"/>
          </a:xfrm>
          <a:prstGeom prst="rect">
            <a:avLst/>
          </a:prstGeom>
        </p:spPr>
        <p:txBody>
          <a:bodyPr anchor="ctr"/>
          <a:lstStyle>
            <a:lvl1pPr algn="l">
              <a:defRPr sz="2400" b="1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CB3347E-4DCC-624E-A84A-7635AAF689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0410" y="2883829"/>
            <a:ext cx="1851780" cy="33455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>
                <a:solidFill>
                  <a:schemeClr val="bg1"/>
                </a:solidFill>
              </a:defRPr>
            </a:lvl2pPr>
            <a:lvl3pPr>
              <a:defRPr sz="1333">
                <a:solidFill>
                  <a:schemeClr val="bg1"/>
                </a:solidFill>
              </a:defRPr>
            </a:lvl3pPr>
            <a:lvl4pPr>
              <a:defRPr sz="1333">
                <a:solidFill>
                  <a:schemeClr val="bg1"/>
                </a:solidFill>
              </a:defRPr>
            </a:lvl4pPr>
            <a:lvl5pPr>
              <a:defRPr sz="1333"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1B3B1FB-634F-0746-AFE8-B49DE6B9C0A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79032" y="1459069"/>
            <a:ext cx="1960535" cy="6693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D151157-C7B7-4642-B847-70EA5D469F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9032" y="844221"/>
            <a:ext cx="1960535" cy="465789"/>
          </a:xfrm>
          <a:prstGeom prst="rect">
            <a:avLst/>
          </a:prstGeom>
        </p:spPr>
        <p:txBody>
          <a:bodyPr anchor="ctr"/>
          <a:lstStyle>
            <a:lvl1pPr marL="0" marR="0" indent="0" algn="l" defTabSz="1219170" rtl="0" eaLnBrk="1" fontAlgn="auto" latinLnBrk="0" hangingPunct="1">
              <a:lnSpc>
                <a:spcPct val="114000"/>
              </a:lnSpc>
              <a:spcBef>
                <a:spcPts val="800"/>
              </a:spcBef>
              <a:spcAft>
                <a:spcPts val="133"/>
              </a:spcAft>
              <a:buClrTx/>
              <a:buSzTx/>
              <a:buFont typeface="Arial" pitchFamily="34" charset="0"/>
              <a:buNone/>
              <a:tabLst/>
              <a:defRPr sz="18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DF1AD024-68FC-E24F-A85C-55A7CB51CE6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579032" y="3575089"/>
            <a:ext cx="1960535" cy="6693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35A02433-55C8-4C40-9C4C-683BC12655A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6579032" y="2982512"/>
            <a:ext cx="1960535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73D42715-ECF1-D146-BB3C-9C47BC4E155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579032" y="5705605"/>
            <a:ext cx="1960535" cy="6693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941274F2-3815-FA4E-A953-27EB8D7BC22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79032" y="5090757"/>
            <a:ext cx="1960535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C854E8CF-D4C1-4043-8BB3-52C3401000A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765371" y="844221"/>
            <a:ext cx="743918" cy="1284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1</a:t>
            </a:r>
            <a:endParaRPr lang="en-GB" dirty="0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C9ABE2C6-9D2A-1848-82E0-88ED36D02F9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5765371" y="2962322"/>
            <a:ext cx="743918" cy="1284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2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C033A841-473C-5B49-8ACB-3AAC8761985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765371" y="5090757"/>
            <a:ext cx="743918" cy="1284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72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en-US" dirty="0"/>
              <a:t>3</a:t>
            </a:r>
            <a:endParaRPr lang="en-GB" dirty="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6" name="テキスト ボックス 15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352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コンテンツ07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">
            <a:extLst>
              <a:ext uri="{FF2B5EF4-FFF2-40B4-BE49-F238E27FC236}">
                <a16:creationId xmlns:a16="http://schemas.microsoft.com/office/drawing/2014/main" id="{835D2B04-2356-A640-8C36-BF74FA32E5E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" y="0"/>
            <a:ext cx="3799285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 dirty="0"/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D136005A-11B0-8D4E-9718-39BB0EC34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0845" y="1167037"/>
            <a:ext cx="4607482" cy="996915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A5EC964-4A3C-2F47-B937-C98A2869954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140199" y="3182927"/>
            <a:ext cx="4608127" cy="286633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ja-JP" altLang="en-US" dirty="0"/>
              <a:t>テキストを入力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271EA18-F1C4-5445-BC6B-2E8E13F808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40845" y="2311109"/>
            <a:ext cx="4607482" cy="62133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24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 dirty="0"/>
              <a:t>サブタイトルを入力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9A8BB0-ED55-8043-83EE-54C111D9CDE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901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1_コンテンツ08">
    <p:bg bwMode="lt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CC2F59C1-FB59-6442-AD76-AEF04666F08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2613" y="0"/>
            <a:ext cx="4751387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1200">
                <a:ln>
                  <a:noFill/>
                </a:ln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pPr lvl="0"/>
            <a:r>
              <a:rPr lang="ja-JP" altLang="en-US" noProof="0"/>
              <a:t>アイコンをクリックして図を追加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010EE3-E153-394E-A879-6872145A81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4413" y="2097904"/>
            <a:ext cx="3608732" cy="996915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100000"/>
              </a:lnSpc>
              <a:defRPr sz="32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ja-JP" altLang="en-US" dirty="0"/>
              <a:t>スライドタイトルを入力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274682-542E-EB4E-B888-5D496DB0A0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24413" y="3274270"/>
            <a:ext cx="3616776" cy="1655012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>
              <a:defRPr sz="11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>
              <a:defRPr sz="105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3pPr>
            <a:lvl4pPr>
              <a:defRPr sz="10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4pPr>
            <a:lvl5pPr>
              <a:defRPr sz="9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5pPr>
          </a:lstStyle>
          <a:p>
            <a:pPr lvl="0"/>
            <a:r>
              <a:rPr lang="ja-JP" altLang="en-US" dirty="0"/>
              <a:t>テキストを入力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GB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B4DA557-7B08-5B4D-97DB-FC7E41E181F5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61634" y="1814845"/>
            <a:ext cx="3029919" cy="4657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7FFF4BF-46E3-B541-AA52-FAB53E3E105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61634" y="1386347"/>
            <a:ext cx="3029919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BE66BA0-BAB7-6644-9195-003A679DF78A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61634" y="3240689"/>
            <a:ext cx="3029919" cy="4657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2D8740A-EF16-4A4B-8561-0AFE570EC6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61634" y="2812191"/>
            <a:ext cx="3029919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F91806EC-97C9-D043-B9CB-6602A30F2D9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1634" y="4668486"/>
            <a:ext cx="3029919" cy="4657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BBDBDD5B-089E-2C47-B88F-38897DB817A2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061634" y="4239988"/>
            <a:ext cx="3029919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D2093A-8E00-AD45-A11B-BFF744448A36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61634" y="6104662"/>
            <a:ext cx="3029919" cy="4657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 sz="1333"/>
            </a:lvl2pPr>
            <a:lvl3pPr algn="l">
              <a:defRPr sz="1333"/>
            </a:lvl3pPr>
            <a:lvl4pPr algn="l">
              <a:defRPr sz="1333"/>
            </a:lvl4pPr>
            <a:lvl5pPr algn="l"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477112C-83CB-2B4D-913A-8D32CDC29EB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61634" y="5676164"/>
            <a:ext cx="3029919" cy="46578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00" b="1">
                <a:solidFill>
                  <a:schemeClr val="accent2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2F982F2-3BB9-344E-A765-82A959FA3FC9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387406" y="1386348"/>
            <a:ext cx="534743" cy="8942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2D4BA41-426E-2046-9B18-1D5B9B503327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387406" y="2812192"/>
            <a:ext cx="534743" cy="8942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E0D3D9B8-9128-5D45-BFB7-90B2ADBF75A1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387406" y="4238037"/>
            <a:ext cx="534743" cy="89428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3E8DB06-0058-144F-B17F-9E476E611DF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387406" y="5676165"/>
            <a:ext cx="534743" cy="89428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GB" dirty="0"/>
              <a:t>Icon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0407F0D-F548-F54E-898F-4F45825071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406" y="387914"/>
            <a:ext cx="1040996" cy="387474"/>
          </a:xfrm>
          <a:prstGeom prst="rect">
            <a:avLst/>
          </a:prstGeom>
        </p:spPr>
      </p:pic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379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_コンテンツイメージ（白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 userDrawn="1"/>
        </p:nvSpPr>
        <p:spPr>
          <a:xfrm>
            <a:off x="3668713" y="398424"/>
            <a:ext cx="3268136" cy="3547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accent1"/>
              </a:solidFill>
              <a:latin typeface="Meiryo" panose="020B0604030504040204" pitchFamily="34" charset="-128"/>
              <a:ea typeface="Meiryo" panose="020B0604030504040204" pitchFamily="34" charset="-128"/>
              <a:cs typeface="Segoe UI" panose="020B0502040204020203" pitchFamily="34" charset="0"/>
            </a:endParaRPr>
          </a:p>
        </p:txBody>
      </p:sp>
      <p:sp>
        <p:nvSpPr>
          <p:cNvPr id="5" name="Rounded Rectangle 4"/>
          <p:cNvSpPr/>
          <p:nvPr userDrawn="1"/>
        </p:nvSpPr>
        <p:spPr>
          <a:xfrm>
            <a:off x="320825" y="398424"/>
            <a:ext cx="3272751" cy="3547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accent1"/>
              </a:solidFill>
              <a:latin typeface="Meiryo" panose="020B0604030504040204" pitchFamily="34" charset="-128"/>
              <a:ea typeface="Meiryo" panose="020B0604030504040204" pitchFamily="34" charset="-128"/>
              <a:cs typeface="Segoe UI" panose="020B0502040204020203" pitchFamily="34" charset="0"/>
            </a:endParaRPr>
          </a:p>
        </p:txBody>
      </p:sp>
      <p:sp>
        <p:nvSpPr>
          <p:cNvPr id="9" name="Rounded Rectangle 8"/>
          <p:cNvSpPr/>
          <p:nvPr userDrawn="1"/>
        </p:nvSpPr>
        <p:spPr>
          <a:xfrm>
            <a:off x="334964" y="4055044"/>
            <a:ext cx="2501965" cy="2204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 cmpd="sng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accent1"/>
              </a:solidFill>
              <a:latin typeface="Meiryo" panose="020B0604030504040204" pitchFamily="34" charset="-128"/>
              <a:ea typeface="Meiryo" panose="020B0604030504040204" pitchFamily="34" charset="-128"/>
              <a:cs typeface="Segoe UI" panose="020B0502040204020203" pitchFamily="34" charset="0"/>
            </a:endParaRPr>
          </a:p>
        </p:txBody>
      </p:sp>
      <p:sp>
        <p:nvSpPr>
          <p:cNvPr id="15" name="Rounded Rectangle 14"/>
          <p:cNvSpPr/>
          <p:nvPr userDrawn="1"/>
        </p:nvSpPr>
        <p:spPr>
          <a:xfrm>
            <a:off x="7011988" y="5003012"/>
            <a:ext cx="1806574" cy="125656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accent1"/>
              </a:solidFill>
              <a:latin typeface="Meiryo" panose="020B0604030504040204" pitchFamily="34" charset="-128"/>
              <a:ea typeface="Meiryo" panose="020B0604030504040204" pitchFamily="34" charset="-128"/>
              <a:cs typeface="Segoe UI" panose="020B0502040204020203" pitchFamily="34" charset="0"/>
            </a:endParaRPr>
          </a:p>
        </p:txBody>
      </p:sp>
      <p:sp>
        <p:nvSpPr>
          <p:cNvPr id="10" name="Picture Placeholder 25"/>
          <p:cNvSpPr>
            <a:spLocks noGrp="1"/>
          </p:cNvSpPr>
          <p:nvPr>
            <p:ph type="pic" sz="quarter" idx="13" hasCustomPrompt="1"/>
          </p:nvPr>
        </p:nvSpPr>
        <p:spPr>
          <a:xfrm>
            <a:off x="320824" y="4055044"/>
            <a:ext cx="2516104" cy="2204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altLang="ja-JP" dirty="0" err="1"/>
              <a:t>図を追加</a:t>
            </a:r>
            <a:endParaRPr lang="en-US" altLang="ja-JP" dirty="0"/>
          </a:p>
        </p:txBody>
      </p:sp>
      <p:sp>
        <p:nvSpPr>
          <p:cNvPr id="11" name="Rounded Rectangle 10"/>
          <p:cNvSpPr/>
          <p:nvPr userDrawn="1"/>
        </p:nvSpPr>
        <p:spPr>
          <a:xfrm>
            <a:off x="2911476" y="4055044"/>
            <a:ext cx="4025374" cy="2204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accent1"/>
              </a:solidFill>
              <a:latin typeface="Meiryo" panose="020B0604030504040204" pitchFamily="34" charset="-128"/>
              <a:ea typeface="Meiryo" panose="020B0604030504040204" pitchFamily="34" charset="-128"/>
              <a:cs typeface="Segoe UI" panose="020B0502040204020203" pitchFamily="34" charset="0"/>
            </a:endParaRPr>
          </a:p>
        </p:txBody>
      </p:sp>
      <p:sp>
        <p:nvSpPr>
          <p:cNvPr id="13" name="Rounded Rectangle 12"/>
          <p:cNvSpPr/>
          <p:nvPr userDrawn="1"/>
        </p:nvSpPr>
        <p:spPr>
          <a:xfrm>
            <a:off x="7011988" y="2228436"/>
            <a:ext cx="1806574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accent1"/>
              </a:solidFill>
              <a:latin typeface="Meiryo" panose="020B0604030504040204" pitchFamily="34" charset="-128"/>
              <a:ea typeface="Meiryo" panose="020B0604030504040204" pitchFamily="34" charset="-128"/>
              <a:cs typeface="Segoe UI" panose="020B0502040204020203" pitchFamily="34" charset="0"/>
            </a:endParaRPr>
          </a:p>
        </p:txBody>
      </p:sp>
      <p:sp>
        <p:nvSpPr>
          <p:cNvPr id="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20825" y="398424"/>
            <a:ext cx="3272751" cy="3547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dirty="0" err="1"/>
              <a:t>図を追加</a:t>
            </a:r>
            <a:endParaRPr lang="en-US" dirty="0"/>
          </a:p>
        </p:txBody>
      </p:sp>
      <p:sp>
        <p:nvSpPr>
          <p:cNvPr id="4" name="Picture Placeholder 25"/>
          <p:cNvSpPr>
            <a:spLocks noGrp="1"/>
          </p:cNvSpPr>
          <p:nvPr>
            <p:ph type="pic" sz="quarter" idx="11" hasCustomPrompt="1"/>
          </p:nvPr>
        </p:nvSpPr>
        <p:spPr>
          <a:xfrm>
            <a:off x="3668990" y="398424"/>
            <a:ext cx="3267861" cy="3547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altLang="ja-JP" dirty="0" err="1"/>
              <a:t>図を追加</a:t>
            </a:r>
            <a:endParaRPr lang="en-US" altLang="ja-JP" dirty="0"/>
          </a:p>
        </p:txBody>
      </p:sp>
      <p:sp>
        <p:nvSpPr>
          <p:cNvPr id="7" name="Rounded Rectangle 6"/>
          <p:cNvSpPr/>
          <p:nvPr userDrawn="1"/>
        </p:nvSpPr>
        <p:spPr>
          <a:xfrm>
            <a:off x="7011988" y="398425"/>
            <a:ext cx="1806574" cy="174413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accent1"/>
              </a:solidFill>
              <a:latin typeface="Meiryo" panose="020B0604030504040204" pitchFamily="34" charset="-128"/>
              <a:ea typeface="Meiryo" panose="020B0604030504040204" pitchFamily="34" charset="-128"/>
              <a:cs typeface="Segoe UI" panose="020B0502040204020203" pitchFamily="34" charset="0"/>
            </a:endParaRPr>
          </a:p>
        </p:txBody>
      </p:sp>
      <p:sp>
        <p:nvSpPr>
          <p:cNvPr id="16" name="Picture Placeholder 25"/>
          <p:cNvSpPr>
            <a:spLocks noGrp="1"/>
          </p:cNvSpPr>
          <p:nvPr>
            <p:ph type="pic" sz="quarter" idx="16" hasCustomPrompt="1"/>
          </p:nvPr>
        </p:nvSpPr>
        <p:spPr>
          <a:xfrm>
            <a:off x="7011989" y="5003012"/>
            <a:ext cx="1806573" cy="1256569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altLang="ja-JP" dirty="0" err="1"/>
              <a:t>図を追加</a:t>
            </a:r>
            <a:endParaRPr lang="en-US" altLang="ja-JP" dirty="0"/>
          </a:p>
        </p:txBody>
      </p:sp>
      <p:sp>
        <p:nvSpPr>
          <p:cNvPr id="12" name="Picture Placeholder 25"/>
          <p:cNvSpPr>
            <a:spLocks noGrp="1"/>
          </p:cNvSpPr>
          <p:nvPr>
            <p:ph type="pic" sz="quarter" idx="14" hasCustomPrompt="1"/>
          </p:nvPr>
        </p:nvSpPr>
        <p:spPr>
          <a:xfrm>
            <a:off x="2908334" y="4055044"/>
            <a:ext cx="4028516" cy="2204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altLang="ja-JP" dirty="0" err="1"/>
              <a:t>図を追加</a:t>
            </a:r>
            <a:endParaRPr lang="en-US" altLang="ja-JP" dirty="0"/>
          </a:p>
        </p:txBody>
      </p:sp>
      <p:sp>
        <p:nvSpPr>
          <p:cNvPr id="14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7011989" y="2218759"/>
            <a:ext cx="1806573" cy="268069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altLang="ja-JP" dirty="0" err="1"/>
              <a:t>図を追加</a:t>
            </a:r>
            <a:endParaRPr lang="en-US" altLang="ja-JP" dirty="0"/>
          </a:p>
        </p:txBody>
      </p:sp>
      <p:sp>
        <p:nvSpPr>
          <p:cNvPr id="8" name="Picture Placeholder 25"/>
          <p:cNvSpPr>
            <a:spLocks noGrp="1"/>
          </p:cNvSpPr>
          <p:nvPr>
            <p:ph type="pic" sz="quarter" idx="12" hasCustomPrompt="1"/>
          </p:nvPr>
        </p:nvSpPr>
        <p:spPr>
          <a:xfrm>
            <a:off x="7011989" y="398425"/>
            <a:ext cx="1806573" cy="1744135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95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altLang="ja-JP" dirty="0" err="1"/>
              <a:t>図を追加</a:t>
            </a:r>
            <a:endParaRPr lang="en-US" altLang="ja-JP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8" name="テキスト ボックス 17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4274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コンテンツ0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 userDrawn="1"/>
        </p:nvSpPr>
        <p:spPr>
          <a:xfrm>
            <a:off x="3676536" y="508261"/>
            <a:ext cx="3260314" cy="35475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8000" tIns="48000" rIns="48000" bIns="48000" rtlCol="0" anchor="ctr"/>
          <a:lstStyle/>
          <a:p>
            <a:pPr algn="ctr" fontAlgn="auto">
              <a:lnSpc>
                <a:spcPct val="100000"/>
              </a:lnSpc>
              <a:spcBef>
                <a:spcPts val="267"/>
              </a:spcBef>
              <a:spcAft>
                <a:spcPts val="267"/>
              </a:spcAft>
            </a:pPr>
            <a:endParaRPr lang="en-US" sz="1800" dirty="0">
              <a:solidFill>
                <a:schemeClr val="accent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27" name="Rounded Rectangle 26"/>
          <p:cNvSpPr/>
          <p:nvPr userDrawn="1"/>
        </p:nvSpPr>
        <p:spPr>
          <a:xfrm>
            <a:off x="2911476" y="4164881"/>
            <a:ext cx="4025374" cy="2204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400" dirty="0">
              <a:solidFill>
                <a:schemeClr val="accent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28" name="Picture Placeholder 25"/>
          <p:cNvSpPr>
            <a:spLocks noGrp="1"/>
          </p:cNvSpPr>
          <p:nvPr>
            <p:ph type="pic" sz="quarter" idx="22" hasCustomPrompt="1"/>
          </p:nvPr>
        </p:nvSpPr>
        <p:spPr>
          <a:xfrm>
            <a:off x="2908334" y="4164881"/>
            <a:ext cx="4028516" cy="2204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 err="1"/>
              <a:t>図を追加</a:t>
            </a:r>
            <a:endParaRPr lang="en-US" dirty="0"/>
          </a:p>
        </p:txBody>
      </p:sp>
      <p:sp>
        <p:nvSpPr>
          <p:cNvPr id="13" name="Rounded Rectangle 12"/>
          <p:cNvSpPr/>
          <p:nvPr userDrawn="1"/>
        </p:nvSpPr>
        <p:spPr>
          <a:xfrm>
            <a:off x="7011988" y="2338274"/>
            <a:ext cx="1806574" cy="267505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1400" dirty="0">
              <a:solidFill>
                <a:schemeClr val="accent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6" name="Picture Placeholder 25"/>
          <p:cNvSpPr>
            <a:spLocks noGrp="1"/>
          </p:cNvSpPr>
          <p:nvPr>
            <p:ph type="pic" sz="quarter" idx="10" hasCustomPrompt="1"/>
          </p:nvPr>
        </p:nvSpPr>
        <p:spPr>
          <a:xfrm>
            <a:off x="320825" y="508261"/>
            <a:ext cx="3272751" cy="3547536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altLang="ja-JP" dirty="0" err="1"/>
              <a:t>図を追加</a:t>
            </a:r>
            <a:endParaRPr lang="en-US" altLang="ja-JP" dirty="0"/>
          </a:p>
        </p:txBody>
      </p:sp>
      <p:sp>
        <p:nvSpPr>
          <p:cNvPr id="14" name="Picture Placeholder 25"/>
          <p:cNvSpPr>
            <a:spLocks noGrp="1"/>
          </p:cNvSpPr>
          <p:nvPr>
            <p:ph type="pic" sz="quarter" idx="15" hasCustomPrompt="1"/>
          </p:nvPr>
        </p:nvSpPr>
        <p:spPr>
          <a:xfrm>
            <a:off x="7011989" y="2328596"/>
            <a:ext cx="1806573" cy="2680693"/>
          </a:xfrm>
          <a:prstGeom prst="roundRect">
            <a:avLst>
              <a:gd name="adj" fmla="val 0"/>
            </a:avLst>
          </a:prstGeom>
          <a:solidFill>
            <a:schemeClr val="bg1">
              <a:alpha val="30000"/>
            </a:schemeClr>
          </a:solidFill>
          <a:ln w="3175" cmpd="sng">
            <a:noFill/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ctr" defTabSz="1219170" rtl="0" eaLnBrk="1" latinLnBrk="0" hangingPunct="1">
              <a:lnSpc>
                <a:spcPct val="100000"/>
              </a:lnSpc>
              <a:spcBef>
                <a:spcPts val="1920"/>
              </a:spcBef>
              <a:buClr>
                <a:srgbClr val="92D050"/>
              </a:buClr>
              <a:buSzPct val="90000"/>
              <a:buFont typeface="Arial" pitchFamily="34" charset="0"/>
              <a:buNone/>
              <a:tabLst/>
              <a:defRPr lang="en-US" sz="1400" kern="1200" dirty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</a:lstStyle>
          <a:p>
            <a:r>
              <a:rPr lang="en-US" dirty="0" err="1"/>
              <a:t>図を追加</a:t>
            </a:r>
            <a:endParaRPr lang="en-US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676536" y="508263"/>
            <a:ext cx="3260314" cy="3547535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ctr"/>
          <a:lstStyle>
            <a:lvl1pPr marL="239178" indent="0" algn="l">
              <a:lnSpc>
                <a:spcPct val="100000"/>
              </a:lnSpc>
              <a:tabLst>
                <a:tab pos="116414" algn="l"/>
              </a:tabLst>
              <a:defRPr sz="2400">
                <a:solidFill>
                  <a:schemeClr val="tx1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1pPr>
            <a:lvl2pPr marL="478355" indent="-239178" algn="l">
              <a:lnSpc>
                <a:spcPct val="100000"/>
              </a:lnSpc>
              <a:defRPr sz="1800">
                <a:solidFill>
                  <a:schemeClr val="tx1"/>
                </a:solidFill>
                <a:effectLst/>
                <a:latin typeface="Meiryo" panose="020B0604030504040204" pitchFamily="34" charset="-128"/>
                <a:ea typeface="Meiryo" panose="020B0604030504040204" pitchFamily="34" charset="-128"/>
                <a:cs typeface="Meiryo" panose="020B0604030504040204" pitchFamily="34" charset="-128"/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7002300" y="508263"/>
            <a:ext cx="1816262" cy="170096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180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  <a:endParaRPr lang="en-US" altLang="ja-JP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7011988" y="5118693"/>
            <a:ext cx="1806574" cy="1269180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20824" y="4162494"/>
            <a:ext cx="2522984" cy="222537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anchor="ctr"/>
          <a:lstStyle>
            <a:lvl1pPr algn="l">
              <a:lnSpc>
                <a:spcPct val="100000"/>
              </a:lnSpc>
              <a:defRPr sz="2000" b="1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tx2"/>
                </a:solidFill>
              </a:defRPr>
            </a:lvl2pPr>
            <a:lvl3pPr algn="l">
              <a:defRPr>
                <a:solidFill>
                  <a:schemeClr val="tx2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2908334" y="5069464"/>
            <a:ext cx="4028516" cy="131059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7002301" y="3702734"/>
            <a:ext cx="1816261" cy="131059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320825" y="2753366"/>
            <a:ext cx="3272751" cy="1310593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txBody>
          <a:bodyPr anchor="ctr"/>
          <a:lstStyle>
            <a:lvl1pPr algn="ctr">
              <a:lnSpc>
                <a:spcPct val="100000"/>
              </a:lnSpc>
              <a:defRPr sz="1800">
                <a:solidFill>
                  <a:schemeClr val="tx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テキストを入力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2A607169-5CA7-45B9-8A32-29BA86D905F3}"/>
              </a:ext>
            </a:extLst>
          </p:cNvPr>
          <p:cNvSpPr txBox="1">
            <a:spLocks/>
          </p:cNvSpPr>
          <p:nvPr userDrawn="1"/>
        </p:nvSpPr>
        <p:spPr>
          <a:xfrm>
            <a:off x="7086600" y="6584156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AF112-79CC-B34F-94BA-BFC7F71A8BCC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Segoe UI" panose="020B0502040204020203" pitchFamily="34" charset="0"/>
                <a:ea typeface="ＭＳ Ｐゴシック" charset="0"/>
                <a:cs typeface="Segoe UI" panose="020B0502040204020203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Segoe UI" panose="020B0502040204020203" pitchFamily="34" charset="0"/>
              <a:ea typeface="ＭＳ Ｐゴシック" charset="0"/>
              <a:cs typeface="Segoe UI" panose="020B0502040204020203" pitchFamily="34" charset="0"/>
            </a:endParaRPr>
          </a:p>
        </p:txBody>
      </p:sp>
      <p:sp>
        <p:nvSpPr>
          <p:cNvPr id="17" name="テキスト ボックス 16"/>
          <p:cNvSpPr txBox="1"/>
          <p:nvPr userDrawn="1"/>
        </p:nvSpPr>
        <p:spPr>
          <a:xfrm>
            <a:off x="297521" y="6584156"/>
            <a:ext cx="22346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Copyright 2020 NTT CORPORATION</a:t>
            </a:r>
            <a:endParaRPr kumimoji="1" lang="ja-JP" altLang="en-US" sz="800" dirty="0">
              <a:solidFill>
                <a:schemeClr val="tx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1931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ラストスライド（白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B084C2A5-44BD-AE4D-B173-5AF4CD44E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4" name="タイトル 4">
            <a:extLst>
              <a:ext uri="{FF2B5EF4-FFF2-40B4-BE49-F238E27FC236}">
                <a16:creationId xmlns:a16="http://schemas.microsoft.com/office/drawing/2014/main" id="{A19386FD-0AB9-E642-BC39-708276499ADF}"/>
              </a:ext>
            </a:extLst>
          </p:cNvPr>
          <p:cNvSpPr txBox="1">
            <a:spLocks/>
          </p:cNvSpPr>
          <p:nvPr userDrawn="1"/>
        </p:nvSpPr>
        <p:spPr>
          <a:xfrm>
            <a:off x="254000" y="2343150"/>
            <a:ext cx="8636000" cy="191353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kern="1200" baseline="0">
                <a:solidFill>
                  <a:schemeClr val="accent2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kumimoji="1" lang="en-US" altLang="ja-JP" sz="6000" i="1" dirty="0"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Your Value Partner</a:t>
            </a:r>
            <a:endParaRPr kumimoji="1" lang="ja-JP" altLang="en-US" sz="6000" i="1" dirty="0"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00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ラストスライド（青）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CA385FFD-C020-3146-B975-7B42752B91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100000" contrast="100000"/>
          </a:blip>
          <a:stretch>
            <a:fillRect/>
          </a:stretch>
        </p:blipFill>
        <p:spPr>
          <a:xfrm>
            <a:off x="7707331" y="387914"/>
            <a:ext cx="1040996" cy="387474"/>
          </a:xfrm>
          <a:prstGeom prst="rect">
            <a:avLst/>
          </a:prstGeom>
        </p:spPr>
      </p:pic>
      <p:sp>
        <p:nvSpPr>
          <p:cNvPr id="4" name="タイトル 4">
            <a:extLst>
              <a:ext uri="{FF2B5EF4-FFF2-40B4-BE49-F238E27FC236}">
                <a16:creationId xmlns:a16="http://schemas.microsoft.com/office/drawing/2014/main" id="{4FBF1CFF-E3AC-6A4A-BEC5-FE11E44F4E9C}"/>
              </a:ext>
            </a:extLst>
          </p:cNvPr>
          <p:cNvSpPr txBox="1">
            <a:spLocks/>
          </p:cNvSpPr>
          <p:nvPr userDrawn="1"/>
        </p:nvSpPr>
        <p:spPr>
          <a:xfrm>
            <a:off x="254000" y="2343150"/>
            <a:ext cx="8636000" cy="1913534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None/>
              <a:defRPr sz="2400" b="1" kern="1200" baseline="0">
                <a:solidFill>
                  <a:schemeClr val="accent2"/>
                </a:solidFill>
                <a:latin typeface="Arial"/>
                <a:ea typeface="+mj-ea"/>
                <a:cs typeface="Arial"/>
              </a:defRPr>
            </a:lvl1pPr>
          </a:lstStyle>
          <a:p>
            <a:pPr algn="ctr"/>
            <a:r>
              <a:rPr kumimoji="1" lang="en-US" altLang="ja-JP" sz="6000" i="1" dirty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t>Your Value Partner</a:t>
            </a:r>
            <a:endParaRPr kumimoji="1" lang="ja-JP" altLang="en-US" sz="6000" i="1" dirty="0">
              <a:solidFill>
                <a:schemeClr val="bg1"/>
              </a:solidFill>
              <a:latin typeface="Segoe UI" panose="020B0502040204020203" pitchFamily="34" charset="0"/>
              <a:ea typeface="メイリオ" panose="020B0604030504040204" pitchFamily="50" charset="-128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47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69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086" r:id="rId2"/>
    <p:sldLayoutId id="2147484044" r:id="rId3"/>
    <p:sldLayoutId id="2147484067" r:id="rId4"/>
    <p:sldLayoutId id="2147484116" r:id="rId5"/>
    <p:sldLayoutId id="2147484117" r:id="rId6"/>
    <p:sldLayoutId id="2147484118" r:id="rId7"/>
    <p:sldLayoutId id="2147484119" r:id="rId8"/>
    <p:sldLayoutId id="2147483989" r:id="rId9"/>
    <p:sldLayoutId id="2147484122" r:id="rId10"/>
    <p:sldLayoutId id="2147484123" r:id="rId11"/>
    <p:sldLayoutId id="2147484124" r:id="rId12"/>
    <p:sldLayoutId id="2147484125" r:id="rId13"/>
    <p:sldLayoutId id="2147484126" r:id="rId14"/>
    <p:sldLayoutId id="2147484127" r:id="rId15"/>
    <p:sldLayoutId id="2147484128" r:id="rId16"/>
    <p:sldLayoutId id="2147484129" r:id="rId17"/>
    <p:sldLayoutId id="2147484130" r:id="rId18"/>
    <p:sldLayoutId id="2147484131" r:id="rId19"/>
    <p:sldLayoutId id="2147484066" r:id="rId20"/>
    <p:sldLayoutId id="2147484087" r:id="rId21"/>
    <p:sldLayoutId id="2147484051" r:id="rId22"/>
    <p:sldLayoutId id="2147484106" r:id="rId23"/>
    <p:sldLayoutId id="2147484097" r:id="rId24"/>
    <p:sldLayoutId id="2147484098" r:id="rId25"/>
    <p:sldLayoutId id="2147484027" r:id="rId26"/>
    <p:sldLayoutId id="2147484037" r:id="rId27"/>
    <p:sldLayoutId id="2147484099" r:id="rId28"/>
    <p:sldLayoutId id="2147484100" r:id="rId29"/>
    <p:sldLayoutId id="2147484101" r:id="rId30"/>
    <p:sldLayoutId id="2147484110" r:id="rId31"/>
    <p:sldLayoutId id="2147484104" r:id="rId32"/>
    <p:sldLayoutId id="2147484032" r:id="rId33"/>
    <p:sldLayoutId id="2147484085" r:id="rId34"/>
    <p:sldLayoutId id="2147484114" r:id="rId35"/>
    <p:sldLayoutId id="2147484115" r:id="rId36"/>
  </p:sldLayoutIdLst>
  <p:hf hdr="0" ftr="0" dt="0"/>
  <p:txStyles>
    <p:titleStyle>
      <a:lvl1pPr algn="l" defTabSz="1219170" rtl="0" eaLnBrk="1" latinLnBrk="0" hangingPunct="1">
        <a:lnSpc>
          <a:spcPct val="120000"/>
        </a:lnSpc>
        <a:spcBef>
          <a:spcPts val="267"/>
        </a:spcBef>
        <a:spcAft>
          <a:spcPts val="267"/>
        </a:spcAft>
        <a:buNone/>
        <a:defRPr kumimoji="1" sz="2667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14000"/>
        </a:lnSpc>
        <a:spcBef>
          <a:spcPts val="800"/>
        </a:spcBef>
        <a:spcAft>
          <a:spcPts val="133"/>
        </a:spcAft>
        <a:buFont typeface="Arial" pitchFamily="34" charset="0"/>
        <a:buNone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357708" indent="-237061" algn="l" defTabSz="1219170" rtl="0" eaLnBrk="1" latinLnBrk="0" hangingPunct="1">
        <a:lnSpc>
          <a:spcPct val="114000"/>
        </a:lnSpc>
        <a:spcBef>
          <a:spcPts val="267"/>
        </a:spcBef>
        <a:spcAft>
          <a:spcPts val="533"/>
        </a:spcAft>
        <a:buFont typeface="Arial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713300" indent="-251878" algn="l" defTabSz="1219170" rtl="0" eaLnBrk="1" latinLnBrk="0" hangingPunct="1">
        <a:lnSpc>
          <a:spcPct val="114000"/>
        </a:lnSpc>
        <a:spcBef>
          <a:spcPts val="133"/>
        </a:spcBef>
        <a:spcAft>
          <a:spcPts val="267"/>
        </a:spcAft>
        <a:buFont typeface="Arial" pitchFamily="34" charset="0"/>
        <a:buChar char="›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447764" indent="-304792" algn="l" defTabSz="1219170" rtl="0" eaLnBrk="1" latinLnBrk="0" hangingPunct="1">
        <a:lnSpc>
          <a:spcPct val="114000"/>
        </a:lnSpc>
        <a:spcBef>
          <a:spcPts val="133"/>
        </a:spcBef>
        <a:spcAft>
          <a:spcPts val="533"/>
        </a:spcAft>
        <a:buFont typeface="Arial" pitchFamily="34" charset="0"/>
        <a:buChar char="»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1924003" indent="-230712" algn="l" defTabSz="1219170" rtl="0" eaLnBrk="1" latinLnBrk="0" hangingPunct="1">
        <a:lnSpc>
          <a:spcPct val="114000"/>
        </a:lnSpc>
        <a:spcBef>
          <a:spcPts val="133"/>
        </a:spcBef>
        <a:spcAft>
          <a:spcPts val="800"/>
        </a:spcAft>
        <a:buFont typeface="Arial" pitchFamily="34" charset="0"/>
        <a:buChar char="-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9D9528C-B9EE-62BB-7409-B5AA4E6E5C91}"/>
              </a:ext>
            </a:extLst>
          </p:cNvPr>
          <p:cNvGrpSpPr/>
          <p:nvPr/>
        </p:nvGrpSpPr>
        <p:grpSpPr>
          <a:xfrm>
            <a:off x="321464" y="2032417"/>
            <a:ext cx="8439725" cy="3492311"/>
            <a:chOff x="321464" y="2032417"/>
            <a:chExt cx="8439725" cy="3492311"/>
          </a:xfrm>
        </p:grpSpPr>
        <p:grpSp>
          <p:nvGrpSpPr>
            <p:cNvPr id="43" name="グループ化 42"/>
            <p:cNvGrpSpPr/>
            <p:nvPr/>
          </p:nvGrpSpPr>
          <p:grpSpPr>
            <a:xfrm>
              <a:off x="3084271" y="2203180"/>
              <a:ext cx="2462034" cy="2462035"/>
              <a:chOff x="478579" y="1482239"/>
              <a:chExt cx="3305979" cy="3305979"/>
            </a:xfrm>
          </p:grpSpPr>
          <p:pic>
            <p:nvPicPr>
              <p:cNvPr id="44" name="図 4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8579" y="1482239"/>
                <a:ext cx="3305979" cy="3305979"/>
              </a:xfrm>
              <a:prstGeom prst="rect">
                <a:avLst/>
              </a:prstGeom>
            </p:spPr>
          </p:pic>
          <p:cxnSp>
            <p:nvCxnSpPr>
              <p:cNvPr id="45" name="直線コネクタ 44"/>
              <p:cNvCxnSpPr/>
              <p:nvPr/>
            </p:nvCxnSpPr>
            <p:spPr>
              <a:xfrm flipV="1">
                <a:off x="1143000" y="1660967"/>
                <a:ext cx="2479876" cy="2459620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正方形/長方形 45"/>
              <p:cNvSpPr/>
              <p:nvPr/>
            </p:nvSpPr>
            <p:spPr>
              <a:xfrm>
                <a:off x="1176501" y="1686560"/>
                <a:ext cx="657379" cy="23876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 fontAlgn="auto">
                  <a:lnSpc>
                    <a:spcPct val="11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endParaRPr kumimoji="1" lang="ja-JP" altLang="en-US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</p:grpSp>
        <p:sp>
          <p:nvSpPr>
            <p:cNvPr id="48" name="テキスト ボックス 47"/>
            <p:cNvSpPr txBox="1"/>
            <p:nvPr/>
          </p:nvSpPr>
          <p:spPr>
            <a:xfrm>
              <a:off x="3599262" y="4306170"/>
              <a:ext cx="1806453" cy="1623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ja-JP" altLang="en-US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刺激方向 </a:t>
              </a:r>
              <a:r>
                <a:rPr kumimoji="1"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[°]</a:t>
              </a:r>
              <a:endPara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81" name="グループ化 80"/>
            <p:cNvGrpSpPr/>
            <p:nvPr/>
          </p:nvGrpSpPr>
          <p:grpSpPr>
            <a:xfrm>
              <a:off x="6234088" y="4018452"/>
              <a:ext cx="465211" cy="210455"/>
              <a:chOff x="5370095" y="4259648"/>
              <a:chExt cx="1822492" cy="274348"/>
            </a:xfrm>
          </p:grpSpPr>
          <p:grpSp>
            <p:nvGrpSpPr>
              <p:cNvPr id="82" name="グループ化 81"/>
              <p:cNvGrpSpPr/>
              <p:nvPr/>
            </p:nvGrpSpPr>
            <p:grpSpPr>
              <a:xfrm>
                <a:off x="5370095" y="4259648"/>
                <a:ext cx="911246" cy="274348"/>
                <a:chOff x="5370095" y="4259648"/>
                <a:chExt cx="911246" cy="274348"/>
              </a:xfrm>
            </p:grpSpPr>
            <p:grpSp>
              <p:nvGrpSpPr>
                <p:cNvPr id="92" name="グループ化 91"/>
                <p:cNvGrpSpPr/>
                <p:nvPr/>
              </p:nvGrpSpPr>
              <p:grpSpPr>
                <a:xfrm>
                  <a:off x="5370095" y="4259648"/>
                  <a:ext cx="304800" cy="274348"/>
                  <a:chOff x="5370095" y="2705196"/>
                  <a:chExt cx="304800" cy="1828800"/>
                </a:xfrm>
              </p:grpSpPr>
              <p:sp>
                <p:nvSpPr>
                  <p:cNvPr id="98" name="正方形/長方形 97"/>
                  <p:cNvSpPr/>
                  <p:nvPr/>
                </p:nvSpPr>
                <p:spPr>
                  <a:xfrm>
                    <a:off x="5370095" y="3619596"/>
                    <a:ext cx="152400" cy="9144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algn="ctr" fontAlgn="auto">
                      <a:lnSpc>
                        <a:spcPct val="11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sp>
                <p:nvSpPr>
                  <p:cNvPr id="99" name="正方形/長方形 98"/>
                  <p:cNvSpPr/>
                  <p:nvPr/>
                </p:nvSpPr>
                <p:spPr>
                  <a:xfrm>
                    <a:off x="5522495" y="2705196"/>
                    <a:ext cx="152400" cy="9144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algn="ctr" fontAlgn="auto">
                      <a:lnSpc>
                        <a:spcPct val="11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p:grpSp>
            <p:grpSp>
              <p:nvGrpSpPr>
                <p:cNvPr id="93" name="グループ化 92"/>
                <p:cNvGrpSpPr/>
                <p:nvPr/>
              </p:nvGrpSpPr>
              <p:grpSpPr>
                <a:xfrm>
                  <a:off x="5674895" y="4259648"/>
                  <a:ext cx="304800" cy="274348"/>
                  <a:chOff x="5370095" y="2705196"/>
                  <a:chExt cx="304800" cy="1828800"/>
                </a:xfrm>
              </p:grpSpPr>
              <p:sp>
                <p:nvSpPr>
                  <p:cNvPr id="96" name="正方形/長方形 95"/>
                  <p:cNvSpPr/>
                  <p:nvPr/>
                </p:nvSpPr>
                <p:spPr>
                  <a:xfrm>
                    <a:off x="5370095" y="3619596"/>
                    <a:ext cx="152400" cy="9144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algn="ctr" fontAlgn="auto">
                      <a:lnSpc>
                        <a:spcPct val="11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sp>
                <p:nvSpPr>
                  <p:cNvPr id="97" name="正方形/長方形 96"/>
                  <p:cNvSpPr/>
                  <p:nvPr/>
                </p:nvSpPr>
                <p:spPr>
                  <a:xfrm>
                    <a:off x="5522495" y="2705196"/>
                    <a:ext cx="152400" cy="9144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algn="ctr" fontAlgn="auto">
                      <a:lnSpc>
                        <a:spcPct val="11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p:grpSp>
            <p:sp>
              <p:nvSpPr>
                <p:cNvPr id="94" name="正方形/長方形 93"/>
                <p:cNvSpPr/>
                <p:nvPr/>
              </p:nvSpPr>
              <p:spPr>
                <a:xfrm>
                  <a:off x="5976541" y="4396822"/>
                  <a:ext cx="152400" cy="137174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 fontAlgn="auto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endParaRPr kumimoji="1"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  <p:sp>
              <p:nvSpPr>
                <p:cNvPr id="95" name="正方形/長方形 94"/>
                <p:cNvSpPr/>
                <p:nvPr/>
              </p:nvSpPr>
              <p:spPr>
                <a:xfrm>
                  <a:off x="6128941" y="4259648"/>
                  <a:ext cx="152400" cy="137174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 fontAlgn="auto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endParaRPr kumimoji="1"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</p:grpSp>
          <p:grpSp>
            <p:nvGrpSpPr>
              <p:cNvPr id="83" name="グループ化 82"/>
              <p:cNvGrpSpPr/>
              <p:nvPr/>
            </p:nvGrpSpPr>
            <p:grpSpPr>
              <a:xfrm>
                <a:off x="6281341" y="4259648"/>
                <a:ext cx="911246" cy="274348"/>
                <a:chOff x="5370095" y="4259648"/>
                <a:chExt cx="911246" cy="274348"/>
              </a:xfrm>
            </p:grpSpPr>
            <p:grpSp>
              <p:nvGrpSpPr>
                <p:cNvPr id="84" name="グループ化 83"/>
                <p:cNvGrpSpPr/>
                <p:nvPr/>
              </p:nvGrpSpPr>
              <p:grpSpPr>
                <a:xfrm>
                  <a:off x="5370095" y="4259648"/>
                  <a:ext cx="304800" cy="274348"/>
                  <a:chOff x="5370095" y="2705196"/>
                  <a:chExt cx="304800" cy="1828800"/>
                </a:xfrm>
              </p:grpSpPr>
              <p:sp>
                <p:nvSpPr>
                  <p:cNvPr id="90" name="正方形/長方形 89"/>
                  <p:cNvSpPr/>
                  <p:nvPr/>
                </p:nvSpPr>
                <p:spPr>
                  <a:xfrm>
                    <a:off x="5370095" y="3619596"/>
                    <a:ext cx="152400" cy="9144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algn="ctr" fontAlgn="auto">
                      <a:lnSpc>
                        <a:spcPct val="11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sp>
                <p:nvSpPr>
                  <p:cNvPr id="91" name="正方形/長方形 90"/>
                  <p:cNvSpPr/>
                  <p:nvPr/>
                </p:nvSpPr>
                <p:spPr>
                  <a:xfrm>
                    <a:off x="5522495" y="2705196"/>
                    <a:ext cx="152400" cy="9144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algn="ctr" fontAlgn="auto">
                      <a:lnSpc>
                        <a:spcPct val="11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p:grpSp>
            <p:grpSp>
              <p:nvGrpSpPr>
                <p:cNvPr id="85" name="グループ化 84"/>
                <p:cNvGrpSpPr/>
                <p:nvPr/>
              </p:nvGrpSpPr>
              <p:grpSpPr>
                <a:xfrm>
                  <a:off x="5674895" y="4259648"/>
                  <a:ext cx="304800" cy="274348"/>
                  <a:chOff x="5370095" y="2705196"/>
                  <a:chExt cx="304800" cy="1828800"/>
                </a:xfrm>
              </p:grpSpPr>
              <p:sp>
                <p:nvSpPr>
                  <p:cNvPr id="88" name="正方形/長方形 87"/>
                  <p:cNvSpPr/>
                  <p:nvPr/>
                </p:nvSpPr>
                <p:spPr>
                  <a:xfrm>
                    <a:off x="5370095" y="3619596"/>
                    <a:ext cx="152400" cy="9144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algn="ctr" fontAlgn="auto">
                      <a:lnSpc>
                        <a:spcPct val="11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  <p:sp>
                <p:nvSpPr>
                  <p:cNvPr id="89" name="正方形/長方形 88"/>
                  <p:cNvSpPr/>
                  <p:nvPr/>
                </p:nvSpPr>
                <p:spPr>
                  <a:xfrm>
                    <a:off x="5522495" y="2705196"/>
                    <a:ext cx="152400" cy="91440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noFill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36000" rIns="36000" bIns="36000" rtlCol="0" anchor="ctr"/>
                  <a:lstStyle/>
                  <a:p>
                    <a:pPr algn="ctr" fontAlgn="auto">
                      <a:lnSpc>
                        <a:spcPct val="110000"/>
                      </a:lnSpc>
                      <a:spcBef>
                        <a:spcPts val="200"/>
                      </a:spcBef>
                      <a:spcAft>
                        <a:spcPts val="200"/>
                      </a:spcAft>
                    </a:pPr>
                    <a:endParaRPr kumimoji="1" lang="ja-JP" altLang="en-US" dirty="0">
                      <a:latin typeface="メイリオ" panose="020B0604030504040204" pitchFamily="50" charset="-128"/>
                      <a:ea typeface="メイリオ" panose="020B0604030504040204" pitchFamily="50" charset="-128"/>
                    </a:endParaRPr>
                  </a:p>
                </p:txBody>
              </p:sp>
            </p:grpSp>
            <p:sp>
              <p:nvSpPr>
                <p:cNvPr id="86" name="正方形/長方形 85"/>
                <p:cNvSpPr/>
                <p:nvPr/>
              </p:nvSpPr>
              <p:spPr>
                <a:xfrm>
                  <a:off x="5976541" y="4396822"/>
                  <a:ext cx="152400" cy="137174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 fontAlgn="auto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endParaRPr kumimoji="1"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  <p:sp>
              <p:nvSpPr>
                <p:cNvPr id="87" name="正方形/長方形 86"/>
                <p:cNvSpPr/>
                <p:nvPr/>
              </p:nvSpPr>
              <p:spPr>
                <a:xfrm>
                  <a:off x="6128941" y="4259648"/>
                  <a:ext cx="152400" cy="137174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 fontAlgn="auto">
                    <a:lnSpc>
                      <a:spcPct val="110000"/>
                    </a:lnSpc>
                    <a:spcBef>
                      <a:spcPts val="200"/>
                    </a:spcBef>
                    <a:spcAft>
                      <a:spcPts val="200"/>
                    </a:spcAft>
                  </a:pPr>
                  <a:endParaRPr kumimoji="1" lang="ja-JP" altLang="en-US" dirty="0">
                    <a:latin typeface="メイリオ" panose="020B0604030504040204" pitchFamily="50" charset="-128"/>
                    <a:ea typeface="メイリオ" panose="020B0604030504040204" pitchFamily="50" charset="-128"/>
                  </a:endParaRPr>
                </a:p>
              </p:txBody>
            </p:sp>
          </p:grpSp>
        </p:grpSp>
        <p:grpSp>
          <p:nvGrpSpPr>
            <p:cNvPr id="100" name="グループ化 99"/>
            <p:cNvGrpSpPr/>
            <p:nvPr/>
          </p:nvGrpSpPr>
          <p:grpSpPr>
            <a:xfrm>
              <a:off x="5640190" y="2203363"/>
              <a:ext cx="2536049" cy="2536050"/>
              <a:chOff x="4418492" y="1482240"/>
              <a:chExt cx="3305979" cy="3305979"/>
            </a:xfrm>
          </p:grpSpPr>
          <p:pic>
            <p:nvPicPr>
              <p:cNvPr id="101" name="図 100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18492" y="1482240"/>
                <a:ext cx="3305979" cy="3305979"/>
              </a:xfrm>
              <a:prstGeom prst="rect">
                <a:avLst/>
              </a:prstGeom>
            </p:spPr>
          </p:pic>
          <p:sp>
            <p:nvSpPr>
              <p:cNvPr id="102" name="正方形/長方形 101"/>
              <p:cNvSpPr/>
              <p:nvPr/>
            </p:nvSpPr>
            <p:spPr>
              <a:xfrm>
                <a:off x="6859758" y="1686560"/>
                <a:ext cx="657379" cy="238760"/>
              </a:xfrm>
              <a:prstGeom prst="rect">
                <a:avLst/>
              </a:prstGeom>
              <a:solidFill>
                <a:schemeClr val="bg1"/>
              </a:solidFill>
              <a:ln w="127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 fontAlgn="auto">
                  <a:lnSpc>
                    <a:spcPct val="110000"/>
                  </a:lnSpc>
                  <a:spcBef>
                    <a:spcPts val="200"/>
                  </a:spcBef>
                  <a:spcAft>
                    <a:spcPts val="200"/>
                  </a:spcAft>
                </a:pPr>
                <a:endParaRPr kumimoji="1" lang="ja-JP" altLang="en-US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cxnSp>
            <p:nvCxnSpPr>
              <p:cNvPr id="103" name="直線コネクタ 102"/>
              <p:cNvCxnSpPr/>
              <p:nvPr/>
            </p:nvCxnSpPr>
            <p:spPr>
              <a:xfrm flipV="1">
                <a:off x="5090160" y="1660968"/>
                <a:ext cx="2463800" cy="2459619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テキスト ボックス 103"/>
            <p:cNvSpPr txBox="1"/>
            <p:nvPr/>
          </p:nvSpPr>
          <p:spPr>
            <a:xfrm>
              <a:off x="5464740" y="4616700"/>
              <a:ext cx="32964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振動源の距離推定の正確度は低い</a:t>
              </a:r>
              <a:br>
                <a:rPr kumimoji="1" lang="en-US" altLang="ja-JP" sz="1600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r>
                <a:rPr kumimoji="1" lang="en-US" altLang="ja-JP" sz="1600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(</a:t>
              </a:r>
              <a:r>
                <a:rPr kumimoji="1" lang="ja-JP" altLang="en-US" sz="1600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距離に応じて過小評価</a:t>
              </a:r>
              <a:r>
                <a:rPr kumimoji="1" lang="en-US" altLang="ja-JP" sz="1600" dirty="0">
                  <a:solidFill>
                    <a:srgbClr val="FF0000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)</a:t>
              </a:r>
              <a:endParaRPr kumimoji="1" lang="ja-JP" altLang="en-US" sz="16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05" name="テキスト ボックス 104"/>
            <p:cNvSpPr txBox="1"/>
            <p:nvPr/>
          </p:nvSpPr>
          <p:spPr>
            <a:xfrm>
              <a:off x="5714400" y="2032417"/>
              <a:ext cx="27243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刺激距離に対する認識距離</a:t>
              </a:r>
            </a:p>
          </p:txBody>
        </p:sp>
        <p:sp>
          <p:nvSpPr>
            <p:cNvPr id="106" name="テキスト ボックス 105"/>
            <p:cNvSpPr txBox="1"/>
            <p:nvPr/>
          </p:nvSpPr>
          <p:spPr>
            <a:xfrm rot="16200000">
              <a:off x="4856074" y="3066357"/>
              <a:ext cx="1860759" cy="2539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ja-JP" altLang="en-US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認識距離 </a:t>
              </a:r>
              <a:r>
                <a:rPr kumimoji="1"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[mm]</a:t>
              </a:r>
              <a:endPara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107" name="テキスト ボックス 106"/>
            <p:cNvSpPr txBox="1"/>
            <p:nvPr/>
          </p:nvSpPr>
          <p:spPr>
            <a:xfrm>
              <a:off x="6399799" y="4369573"/>
              <a:ext cx="1398015" cy="16722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ja-JP" altLang="en-US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刺激距離 </a:t>
              </a:r>
              <a:r>
                <a:rPr kumimoji="1"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[mm] </a:t>
              </a:r>
              <a:endPara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108" name="直線コネクタ 107"/>
            <p:cNvCxnSpPr/>
            <p:nvPr/>
          </p:nvCxnSpPr>
          <p:spPr>
            <a:xfrm flipV="1">
              <a:off x="6505595" y="2331520"/>
              <a:ext cx="0" cy="1897388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矢印コネクタ 108"/>
            <p:cNvCxnSpPr/>
            <p:nvPr/>
          </p:nvCxnSpPr>
          <p:spPr>
            <a:xfrm flipH="1">
              <a:off x="6509334" y="2464892"/>
              <a:ext cx="150066" cy="435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テキスト ボックス 109"/>
            <p:cNvSpPr txBox="1"/>
            <p:nvPr/>
          </p:nvSpPr>
          <p:spPr>
            <a:xfrm>
              <a:off x="6573460" y="2324304"/>
              <a:ext cx="1052181" cy="28117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en-US" altLang="ja-JP" sz="7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</a:t>
              </a:r>
              <a:r>
                <a:rPr kumimoji="1" lang="ja-JP" altLang="en-US" sz="7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全被験者の手の縦・横のサイズの平均値の半分</a:t>
              </a:r>
            </a:p>
          </p:txBody>
        </p:sp>
        <p:sp>
          <p:nvSpPr>
            <p:cNvPr id="112" name="テキスト ボックス 111"/>
            <p:cNvSpPr txBox="1"/>
            <p:nvPr/>
          </p:nvSpPr>
          <p:spPr>
            <a:xfrm>
              <a:off x="6436492" y="2577242"/>
              <a:ext cx="578168" cy="187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kumimoji="1" lang="ja-JP" altLang="en-US" sz="7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手の</a:t>
              </a:r>
              <a:br>
                <a:rPr kumimoji="1" lang="en-US" altLang="ja-JP" sz="7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r>
                <a:rPr kumimoji="1" lang="ja-JP" altLang="en-US" sz="7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外側</a:t>
              </a:r>
            </a:p>
          </p:txBody>
        </p:sp>
        <p:cxnSp>
          <p:nvCxnSpPr>
            <p:cNvPr id="113" name="直線矢印コネクタ 112"/>
            <p:cNvCxnSpPr/>
            <p:nvPr/>
          </p:nvCxnSpPr>
          <p:spPr>
            <a:xfrm flipV="1">
              <a:off x="6508236" y="2842259"/>
              <a:ext cx="1575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テキスト ボックス 113"/>
            <p:cNvSpPr txBox="1"/>
            <p:nvPr/>
          </p:nvSpPr>
          <p:spPr>
            <a:xfrm>
              <a:off x="6194379" y="2577068"/>
              <a:ext cx="427119" cy="18749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kumimoji="1" lang="ja-JP" altLang="en-US" sz="7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手の</a:t>
              </a:r>
              <a:br>
                <a:rPr kumimoji="1" lang="en-US" altLang="ja-JP" sz="7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r>
                <a:rPr kumimoji="1" lang="ja-JP" altLang="en-US" sz="7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内側</a:t>
              </a:r>
            </a:p>
          </p:txBody>
        </p:sp>
        <p:cxnSp>
          <p:nvCxnSpPr>
            <p:cNvPr id="115" name="直線矢印コネクタ 114"/>
            <p:cNvCxnSpPr/>
            <p:nvPr/>
          </p:nvCxnSpPr>
          <p:spPr>
            <a:xfrm rot="10800000" flipV="1">
              <a:off x="6346498" y="2842259"/>
              <a:ext cx="1575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テキスト ボックス 74"/>
            <p:cNvSpPr txBox="1"/>
            <p:nvPr/>
          </p:nvSpPr>
          <p:spPr>
            <a:xfrm>
              <a:off x="3294786" y="4618831"/>
              <a:ext cx="2251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>
                  <a:solidFill>
                    <a:srgbClr val="1246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振動源の方向推定</a:t>
              </a:r>
              <a:br>
                <a:rPr kumimoji="1" lang="en-US" altLang="ja-JP" sz="1600" dirty="0">
                  <a:solidFill>
                    <a:srgbClr val="1246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</a:br>
              <a:r>
                <a:rPr kumimoji="1" lang="ja-JP" altLang="en-US" sz="1600" dirty="0">
                  <a:solidFill>
                    <a:srgbClr val="1246FF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の正確度は比較的高い</a:t>
              </a:r>
            </a:p>
          </p:txBody>
        </p:sp>
        <p:sp>
          <p:nvSpPr>
            <p:cNvPr id="66" name="テキスト ボックス 65"/>
            <p:cNvSpPr txBox="1"/>
            <p:nvPr/>
          </p:nvSpPr>
          <p:spPr>
            <a:xfrm>
              <a:off x="7326563" y="3912590"/>
              <a:ext cx="81275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8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</a:t>
              </a:r>
              <a:r>
                <a:rPr kumimoji="1" lang="ja-JP" altLang="en-US" sz="8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エラーバーは</a:t>
              </a:r>
              <a:r>
                <a:rPr kumimoji="1" lang="en-US" altLang="ja-JP" sz="8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95%CI</a:t>
              </a:r>
              <a:endPara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67" name="テキスト ボックス 66"/>
            <p:cNvSpPr txBox="1"/>
            <p:nvPr/>
          </p:nvSpPr>
          <p:spPr>
            <a:xfrm>
              <a:off x="4615591" y="3857333"/>
              <a:ext cx="8756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8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※</a:t>
              </a:r>
              <a:r>
                <a:rPr kumimoji="1" lang="ja-JP" altLang="en-US" sz="8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エラーバーは</a:t>
              </a:r>
              <a:r>
                <a:rPr kumimoji="1" lang="en-US" altLang="ja-JP" sz="8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95%CI</a:t>
              </a:r>
              <a:endParaRPr kumimoji="1" lang="ja-JP" altLang="en-US" sz="8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9" name="テキスト ボックス 48"/>
            <p:cNvSpPr txBox="1"/>
            <p:nvPr/>
          </p:nvSpPr>
          <p:spPr>
            <a:xfrm rot="16200000">
              <a:off x="2320606" y="3088307"/>
              <a:ext cx="1806453" cy="20587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 algn="ctr"/>
              <a:r>
                <a:rPr kumimoji="1" lang="ja-JP" altLang="en-US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認識方向 </a:t>
              </a:r>
              <a:r>
                <a:rPr kumimoji="1" lang="en-US" altLang="ja-JP" sz="11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[°]</a:t>
              </a:r>
              <a:endParaRPr kumimoji="1" lang="ja-JP" altLang="en-US" sz="1100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AEF45904-5D54-8D1A-D028-1CD633FC3210}"/>
                </a:ext>
              </a:extLst>
            </p:cNvPr>
            <p:cNvGrpSpPr/>
            <p:nvPr/>
          </p:nvGrpSpPr>
          <p:grpSpPr>
            <a:xfrm>
              <a:off x="321464" y="2037222"/>
              <a:ext cx="2491956" cy="3487506"/>
              <a:chOff x="441919" y="1705201"/>
              <a:chExt cx="3037547" cy="4251063"/>
            </a:xfrm>
          </p:grpSpPr>
          <p:pic>
            <p:nvPicPr>
              <p:cNvPr id="3" name="図 2">
                <a:extLst>
                  <a:ext uri="{FF2B5EF4-FFF2-40B4-BE49-F238E27FC236}">
                    <a16:creationId xmlns:a16="http://schemas.microsoft.com/office/drawing/2014/main" id="{53E50EEA-EDAE-C83E-6298-3335C4979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1919" y="2064735"/>
                <a:ext cx="3037547" cy="2728529"/>
              </a:xfrm>
              <a:prstGeom prst="rect">
                <a:avLst/>
              </a:prstGeom>
            </p:spPr>
          </p:pic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FBF37E7-6E7E-52E7-4697-83C986D5FDC9}"/>
                  </a:ext>
                </a:extLst>
              </p:cNvPr>
              <p:cNvSpPr txBox="1"/>
              <p:nvPr/>
            </p:nvSpPr>
            <p:spPr>
              <a:xfrm>
                <a:off x="473114" y="4793264"/>
                <a:ext cx="2964018" cy="11630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24</a:t>
                </a:r>
                <a:r>
                  <a:rPr kumimoji="1" lang="ja-JP" altLang="en-US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箇所にインパルスを提示</a:t>
                </a:r>
                <a:br>
                  <a: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</a:br>
                <a:r>
                  <a:rPr kumimoji="1" lang="ja-JP" altLang="en-US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（刺激距離：</a:t>
                </a:r>
                <a:r>
                  <a: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3</a:t>
                </a:r>
                <a:r>
                  <a:rPr kumimoji="1" lang="ja-JP" altLang="en-US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パターン</a:t>
                </a:r>
                <a:br>
                  <a: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</a:br>
                <a:r>
                  <a:rPr kumimoji="1" lang="ja-JP" altLang="en-US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　刺激方向：</a:t>
                </a:r>
                <a:r>
                  <a: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8</a:t>
                </a:r>
                <a:r>
                  <a:rPr kumimoji="1" lang="ja-JP" altLang="en-US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パターン）</a:t>
                </a:r>
                <a:br>
                  <a:rPr kumimoji="1" lang="en-US" altLang="ja-JP" sz="1400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</a:br>
                <a:endParaRPr kumimoji="1" lang="ja-JP" altLang="en-US" sz="1400" dirty="0">
                  <a:latin typeface="メイリオ" panose="020B0604030504040204" pitchFamily="50" charset="-128"/>
                  <a:ea typeface="メイリオ" panose="020B0604030504040204" pitchFamily="50" charset="-128"/>
                </a:endParaRPr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BA9B185-DE4C-9BFE-F8B0-9908ED5E3EB9}"/>
                  </a:ext>
                </a:extLst>
              </p:cNvPr>
              <p:cNvSpPr txBox="1"/>
              <p:nvPr/>
            </p:nvSpPr>
            <p:spPr>
              <a:xfrm>
                <a:off x="652720" y="1705201"/>
                <a:ext cx="2026919" cy="375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1400" u="sng" dirty="0">
                    <a:latin typeface="メイリオ" panose="020B0604030504040204" pitchFamily="50" charset="-128"/>
                    <a:ea typeface="メイリオ" panose="020B0604030504040204" pitchFamily="50" charset="-128"/>
                  </a:rPr>
                  <a:t>刺激レイアウト</a:t>
                </a:r>
              </a:p>
            </p:txBody>
          </p:sp>
        </p:grpSp>
        <p:sp>
          <p:nvSpPr>
            <p:cNvPr id="47" name="テキスト ボックス 46"/>
            <p:cNvSpPr txBox="1"/>
            <p:nvPr/>
          </p:nvSpPr>
          <p:spPr>
            <a:xfrm>
              <a:off x="2817912" y="2037222"/>
              <a:ext cx="332944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1600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刺激方向に対する認識方向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7291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648"/>
    </mc:Choice>
    <mc:Fallback xmlns="">
      <p:transition spd="slow" advTm="63648"/>
    </mc:Fallback>
  </mc:AlternateContent>
</p:sld>
</file>

<file path=ppt/theme/theme1.xml><?xml version="1.0" encoding="utf-8"?>
<a:theme xmlns:a="http://schemas.openxmlformats.org/drawingml/2006/main" name="NTT_master_page">
  <a:themeElements>
    <a:clrScheme name="NTT">
      <a:dk1>
        <a:srgbClr val="000000"/>
      </a:dk1>
      <a:lt1>
        <a:srgbClr val="FFFFFF"/>
      </a:lt1>
      <a:dk2>
        <a:srgbClr val="C8C8C8"/>
      </a:dk2>
      <a:lt2>
        <a:srgbClr val="BAD2ED"/>
      </a:lt2>
      <a:accent1>
        <a:srgbClr val="001973"/>
      </a:accent1>
      <a:accent2>
        <a:srgbClr val="0072BC"/>
      </a:accent2>
      <a:accent3>
        <a:srgbClr val="0FC8F2"/>
      </a:accent3>
      <a:accent4>
        <a:srgbClr val="2CD5B6"/>
      </a:accent4>
      <a:accent5>
        <a:srgbClr val="008770"/>
      </a:accent5>
      <a:accent6>
        <a:srgbClr val="DB3D23"/>
      </a:accent6>
      <a:hlink>
        <a:srgbClr val="0784C1"/>
      </a:hlink>
      <a:folHlink>
        <a:srgbClr val="0784C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 w="12700">
          <a:noFill/>
        </a:ln>
        <a:effectLst/>
      </a:spPr>
      <a:bodyPr lIns="36000" tIns="36000" rIns="36000" bIns="36000" rtlCol="0" anchor="ctr"/>
      <a:lstStyle>
        <a:defPPr algn="ctr" fontAlgn="auto">
          <a:lnSpc>
            <a:spcPct val="110000"/>
          </a:lnSpc>
          <a:spcBef>
            <a:spcPts val="200"/>
          </a:spcBef>
          <a:spcAft>
            <a:spcPts val="200"/>
          </a:spcAft>
          <a:defRPr kumimoji="1" sz="2000" dirty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kumimoji="1" sz="2000" dirty="0">
            <a:latin typeface="メイリオ" panose="020B0604030504040204" pitchFamily="50" charset="-128"/>
            <a:ea typeface="メイリオ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Guidelines_26 02 2014_v4" id="{0BC10357-EC50-4911-A748-C21717FBD21B}" vid="{E9D06FB4-3EBD-4EE0-910D-62CBDA6F39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02_4-3_JPN_NTT_Template</Template>
  <TotalTime>20805</TotalTime>
  <Words>113</Words>
  <Application>Microsoft Office PowerPoint</Application>
  <PresentationFormat>画面に合わせる (4:3)</PresentationFormat>
  <Paragraphs>16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メイリオ</vt:lpstr>
      <vt:lpstr>メイリオ</vt:lpstr>
      <vt:lpstr>Arial</vt:lpstr>
      <vt:lpstr>Calibri</vt:lpstr>
      <vt:lpstr>Segoe UI</vt:lpstr>
      <vt:lpstr>Segoe UI Historic</vt:lpstr>
      <vt:lpstr>Source Sans Pro</vt:lpstr>
      <vt:lpstr>NTT_master_page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スタイルガイド　4:3</dc:title>
  <dc:creator>5041347@ntt-hd.local</dc:creator>
  <cp:lastModifiedBy>Yusuke Ujitoko</cp:lastModifiedBy>
  <cp:revision>447</cp:revision>
  <dcterms:created xsi:type="dcterms:W3CDTF">2020-08-31T02:04:49Z</dcterms:created>
  <dcterms:modified xsi:type="dcterms:W3CDTF">2026-02-13T07:28:33Z</dcterms:modified>
</cp:coreProperties>
</file>